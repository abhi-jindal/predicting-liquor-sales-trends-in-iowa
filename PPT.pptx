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 id="2147483652" r:id="rId2"/>
  </p:sldMasterIdLst>
  <p:notesMasterIdLst>
    <p:notesMasterId r:id="rId2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hbC9PclYAEQwtvewLtmyAtxraV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2ED1757-F736-43CD-8C94-48DACBC9478F}">
  <a:tblStyle styleId="{82ED1757-F736-43CD-8C94-48DACBC9478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5049" autoAdjust="0"/>
  </p:normalViewPr>
  <p:slideViewPr>
    <p:cSldViewPr snapToGrid="0">
      <p:cViewPr varScale="1">
        <p:scale>
          <a:sx n="58" d="100"/>
          <a:sy n="58" d="100"/>
        </p:scale>
        <p:origin x="1618"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customschemas.google.com/relationships/presentationmetadata" Target="meta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zh-CN"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af21e9e4f2_0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af21e9e4f2_0_3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 name="Google Shape;90;g3af21e9e4f2_0_3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ltLang="zh-C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af25aee5e6_0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af25aee5e6_0_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g3af25aee5e6_0_1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ltLang="zh-CN"/>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af21e9e4f2_0_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af21e9e4f2_0_4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g3af21e9e4f2_0_4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ltLang="zh-CN"/>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af25aee5e6_0_3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g3af25aee5e6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ae53132835_1_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3ae53132835_1_4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g3ae53132835_1_4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CN"/>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ae53132835_1_9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6" name="Google Shape;296;g3ae53132835_1_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ae53132835_1_1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ae53132835_1_12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g3ae53132835_1_12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ltLang="zh-CN"/>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ae53132835_1_1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3ae53132835_1_17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g3ae53132835_1_17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CN"/>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ae53132835_1_6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sz="1200" b="0" i="0" u="none" strike="noStrike" cap="none" dirty="0">
                <a:solidFill>
                  <a:schemeClr val="dk1"/>
                </a:solidFill>
                <a:effectLst/>
                <a:latin typeface="Arial"/>
                <a:ea typeface="Arial"/>
                <a:cs typeface="Arial"/>
                <a:sym typeface="Arial"/>
              </a:rPr>
              <a:t>Core Message: It details the rigorous end-to-end process we followed—from aggregating raw data to tuning advanced algorithms—to ensure our model is reliable.</a:t>
            </a:r>
          </a:p>
          <a:p>
            <a:r>
              <a:rPr lang="en-US" sz="1200" b="0" i="0" u="none" strike="noStrike" cap="none" dirty="0">
                <a:solidFill>
                  <a:schemeClr val="dk1"/>
                </a:solidFill>
                <a:effectLst/>
                <a:latin typeface="Arial"/>
                <a:ea typeface="Arial"/>
                <a:cs typeface="Arial"/>
                <a:sym typeface="Arial"/>
              </a:rPr>
              <a:t>Speaker Notes:</a:t>
            </a:r>
          </a:p>
          <a:p>
            <a:r>
              <a:rPr lang="en-US" sz="1200" b="0" i="0" u="none" strike="noStrike" cap="none" dirty="0">
                <a:solidFill>
                  <a:schemeClr val="dk1"/>
                </a:solidFill>
                <a:effectLst/>
                <a:latin typeface="Arial"/>
                <a:ea typeface="Arial"/>
                <a:cs typeface="Arial"/>
                <a:sym typeface="Arial"/>
              </a:rPr>
              <a:t>"Moving into our technical approach, this slide outlines the workflow we designed to build an accurate predictive model.</a:t>
            </a:r>
          </a:p>
          <a:p>
            <a:r>
              <a:rPr lang="en-US" sz="1200" b="0" i="0" u="none" strike="noStrike" cap="none" dirty="0">
                <a:solidFill>
                  <a:schemeClr val="dk1"/>
                </a:solidFill>
                <a:effectLst/>
                <a:latin typeface="Arial"/>
                <a:ea typeface="Arial"/>
                <a:cs typeface="Arial"/>
                <a:sym typeface="Arial"/>
              </a:rPr>
              <a:t>First, Data Preparation: We didn't just use the raw transaction data. We aggregated everything to the store-month level, which aligns with our business goal of forecasting monthly inventory needs. We also filtered for the most relevant variables like store info and pricing.</a:t>
            </a:r>
          </a:p>
          <a:p>
            <a:r>
              <a:rPr lang="en-US" sz="1200" b="0" i="0" u="none" strike="noStrike" cap="none" dirty="0">
                <a:solidFill>
                  <a:schemeClr val="dk1"/>
                </a:solidFill>
                <a:effectLst/>
                <a:latin typeface="Arial"/>
                <a:ea typeface="Arial"/>
                <a:cs typeface="Arial"/>
                <a:sym typeface="Arial"/>
              </a:rPr>
              <a:t>Second, Feature Engineering: we added intelligence to the data. We created 'Lagged Sales'—looking at 1-month and 3-month history—because past performance is often the best predictor of the future. We also calculated 'Category Share' to understand if a store is a 'Whiskey store' or a 'Vodka store'.</a:t>
            </a:r>
          </a:p>
          <a:p>
            <a:r>
              <a:rPr lang="en-US" sz="1200" b="0" i="0" u="none" strike="noStrike" cap="none" dirty="0">
                <a:solidFill>
                  <a:schemeClr val="dk1"/>
                </a:solidFill>
                <a:effectLst/>
                <a:latin typeface="Arial"/>
                <a:ea typeface="Arial"/>
                <a:cs typeface="Arial"/>
                <a:sym typeface="Arial"/>
              </a:rPr>
              <a:t>Finally, Modeling Approach: We tested three distinct models: Ridge Regression, Random Forest, and </a:t>
            </a:r>
            <a:r>
              <a:rPr lang="en-US" sz="1200" b="0" i="0" u="none" strike="noStrike" cap="none" dirty="0" err="1">
                <a:solidFill>
                  <a:schemeClr val="dk1"/>
                </a:solidFill>
                <a:effectLst/>
                <a:latin typeface="Arial"/>
                <a:ea typeface="Arial"/>
                <a:cs typeface="Arial"/>
                <a:sym typeface="Arial"/>
              </a:rPr>
              <a:t>XGBoost</a:t>
            </a:r>
            <a:r>
              <a:rPr lang="en-US" sz="1200" b="0" i="0" u="none" strike="noStrike" cap="none" dirty="0">
                <a:solidFill>
                  <a:schemeClr val="dk1"/>
                </a:solidFill>
                <a:effectLst/>
                <a:latin typeface="Arial"/>
                <a:ea typeface="Arial"/>
                <a:cs typeface="Arial"/>
                <a:sym typeface="Arial"/>
              </a:rPr>
              <a:t>. Crucially, we used a time-based split for training and testing. This is essential for forecasting because we can't use future data to predict the past. We then tuned these models using cross-validation to find the optimal settings."</a:t>
            </a:r>
          </a:p>
          <a:p>
            <a:pPr marL="0" lvl="0" indent="0" algn="l" rtl="0">
              <a:spcBef>
                <a:spcPts val="0"/>
              </a:spcBef>
              <a:spcAft>
                <a:spcPts val="0"/>
              </a:spcAft>
              <a:buNone/>
            </a:pPr>
            <a:endParaRPr dirty="0"/>
          </a:p>
        </p:txBody>
      </p:sp>
      <p:sp>
        <p:nvSpPr>
          <p:cNvPr id="352" name="Google Shape;352;g3ae53132835_1_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3ae53132835_1_23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sz="1200" b="0" i="0" u="none" strike="noStrike" cap="none" dirty="0">
                <a:solidFill>
                  <a:schemeClr val="dk1"/>
                </a:solidFill>
                <a:effectLst/>
                <a:latin typeface="Arial"/>
                <a:ea typeface="Arial"/>
                <a:cs typeface="Arial"/>
                <a:sym typeface="Arial"/>
              </a:rPr>
              <a:t>Core Message: This slide presents the quantitative results, identifying </a:t>
            </a:r>
            <a:r>
              <a:rPr lang="en-US" sz="1200" b="0" i="0" u="none" strike="noStrike" cap="none" dirty="0" err="1">
                <a:solidFill>
                  <a:schemeClr val="dk1"/>
                </a:solidFill>
                <a:effectLst/>
                <a:latin typeface="Arial"/>
                <a:ea typeface="Arial"/>
                <a:cs typeface="Arial"/>
                <a:sym typeface="Arial"/>
              </a:rPr>
              <a:t>XGBoost</a:t>
            </a:r>
            <a:r>
              <a:rPr lang="en-US" sz="1200" b="0" i="0" u="none" strike="noStrike" cap="none" dirty="0">
                <a:solidFill>
                  <a:schemeClr val="dk1"/>
                </a:solidFill>
                <a:effectLst/>
                <a:latin typeface="Arial"/>
                <a:ea typeface="Arial"/>
                <a:cs typeface="Arial"/>
                <a:sym typeface="Arial"/>
              </a:rPr>
              <a:t> as the clear winner that outperformed the linear baselines.</a:t>
            </a:r>
          </a:p>
          <a:p>
            <a:r>
              <a:rPr lang="en-US" sz="1200" b="0" i="0" u="none" strike="noStrike" cap="none" dirty="0">
                <a:solidFill>
                  <a:schemeClr val="dk1"/>
                </a:solidFill>
                <a:effectLst/>
                <a:latin typeface="Arial"/>
                <a:ea typeface="Arial"/>
                <a:cs typeface="Arial"/>
                <a:sym typeface="Arial"/>
              </a:rPr>
              <a:t>Speaker Notes:</a:t>
            </a:r>
          </a:p>
          <a:p>
            <a:r>
              <a:rPr lang="en-US" sz="1200" b="0" i="0" u="none" strike="noStrike" cap="none" dirty="0">
                <a:solidFill>
                  <a:schemeClr val="dk1"/>
                </a:solidFill>
                <a:effectLst/>
                <a:latin typeface="Arial"/>
                <a:ea typeface="Arial"/>
                <a:cs typeface="Arial"/>
                <a:sym typeface="Arial"/>
              </a:rPr>
              <a:t>"So, how did the models perform? This table ranks them based on three key metrics: RMSE, MAE, and R-squared.</a:t>
            </a:r>
          </a:p>
          <a:p>
            <a:r>
              <a:rPr lang="en-US" sz="1200" b="0" i="0" u="none" strike="noStrike" cap="none" dirty="0">
                <a:solidFill>
                  <a:schemeClr val="dk1"/>
                </a:solidFill>
                <a:effectLst/>
                <a:latin typeface="Arial"/>
                <a:ea typeface="Arial"/>
                <a:cs typeface="Arial"/>
                <a:sym typeface="Arial"/>
              </a:rPr>
              <a:t>The Winner: </a:t>
            </a:r>
            <a:r>
              <a:rPr lang="en-US" sz="1200" b="0" i="0" u="none" strike="noStrike" cap="none" dirty="0" err="1">
                <a:solidFill>
                  <a:schemeClr val="dk1"/>
                </a:solidFill>
                <a:effectLst/>
                <a:latin typeface="Arial"/>
                <a:ea typeface="Arial"/>
                <a:cs typeface="Arial"/>
                <a:sym typeface="Arial"/>
              </a:rPr>
              <a:t>XGBoost</a:t>
            </a:r>
            <a:r>
              <a:rPr lang="en-US" sz="1200" b="0" i="0" u="none" strike="noStrike" cap="none" dirty="0">
                <a:solidFill>
                  <a:schemeClr val="dk1"/>
                </a:solidFill>
                <a:effectLst/>
                <a:latin typeface="Arial"/>
                <a:ea typeface="Arial"/>
                <a:cs typeface="Arial"/>
                <a:sym typeface="Arial"/>
              </a:rPr>
              <a:t> emerged as the top performer. It achieved the lowest RMSE (73.02) and the highest R-squared (0.042). While that R-squared might seem low, in high-variance retail data, it represents a significant signal capture compared to the noise.</a:t>
            </a:r>
          </a:p>
          <a:p>
            <a:r>
              <a:rPr lang="en-US" sz="1200" b="0" i="0" u="none" strike="noStrike" cap="none" dirty="0">
                <a:solidFill>
                  <a:schemeClr val="dk1"/>
                </a:solidFill>
                <a:effectLst/>
                <a:latin typeface="Arial"/>
                <a:ea typeface="Arial"/>
                <a:cs typeface="Arial"/>
                <a:sym typeface="Arial"/>
              </a:rPr>
              <a:t>The Linear Baselines: Ridge and Lasso performed very similarly to each other but were noticeably weaker than </a:t>
            </a:r>
            <a:r>
              <a:rPr lang="en-US" sz="1200" b="0" i="0" u="none" strike="noStrike" cap="none" dirty="0" err="1">
                <a:solidFill>
                  <a:schemeClr val="dk1"/>
                </a:solidFill>
                <a:effectLst/>
                <a:latin typeface="Arial"/>
                <a:ea typeface="Arial"/>
                <a:cs typeface="Arial"/>
                <a:sym typeface="Arial"/>
              </a:rPr>
              <a:t>XGBoost</a:t>
            </a:r>
            <a:r>
              <a:rPr lang="en-US" sz="1200" b="0" i="0" u="none" strike="noStrike" cap="none" dirty="0">
                <a:solidFill>
                  <a:schemeClr val="dk1"/>
                </a:solidFill>
                <a:effectLst/>
                <a:latin typeface="Arial"/>
                <a:ea typeface="Arial"/>
                <a:cs typeface="Arial"/>
                <a:sym typeface="Arial"/>
              </a:rPr>
              <a:t>.</a:t>
            </a:r>
          </a:p>
          <a:p>
            <a:r>
              <a:rPr lang="en-US" sz="1200" b="0" i="0" u="none" strike="noStrike" cap="none" dirty="0">
                <a:solidFill>
                  <a:schemeClr val="dk1"/>
                </a:solidFill>
                <a:effectLst/>
                <a:latin typeface="Arial"/>
                <a:ea typeface="Arial"/>
                <a:cs typeface="Arial"/>
                <a:sym typeface="Arial"/>
              </a:rPr>
              <a:t>Interpretation: The key takeaway here is that </a:t>
            </a:r>
            <a:r>
              <a:rPr lang="en-US" sz="1200" b="0" i="0" u="none" strike="noStrike" cap="none" dirty="0" err="1">
                <a:solidFill>
                  <a:schemeClr val="dk1"/>
                </a:solidFill>
                <a:effectLst/>
                <a:latin typeface="Arial"/>
                <a:ea typeface="Arial"/>
                <a:cs typeface="Arial"/>
                <a:sym typeface="Arial"/>
              </a:rPr>
              <a:t>XGBoost</a:t>
            </a:r>
            <a:r>
              <a:rPr lang="en-US" sz="1200" b="0" i="0" u="none" strike="noStrike" cap="none" dirty="0">
                <a:solidFill>
                  <a:schemeClr val="dk1"/>
                </a:solidFill>
                <a:effectLst/>
                <a:latin typeface="Arial"/>
                <a:ea typeface="Arial"/>
                <a:cs typeface="Arial"/>
                <a:sym typeface="Arial"/>
              </a:rPr>
              <a:t> captured patterns the others missed. The fact that linear models (Ridge/Lasso) underperformed suggests that the relationships in our data—like seasonal spikes or geographic clusters—are non-linear. A simple straight line couldn't fit the data, but </a:t>
            </a:r>
            <a:r>
              <a:rPr lang="en-US" sz="1200" b="0" i="0" u="none" strike="noStrike" cap="none" dirty="0" err="1">
                <a:solidFill>
                  <a:schemeClr val="dk1"/>
                </a:solidFill>
                <a:effectLst/>
                <a:latin typeface="Arial"/>
                <a:ea typeface="Arial"/>
                <a:cs typeface="Arial"/>
                <a:sym typeface="Arial"/>
              </a:rPr>
              <a:t>XGBoost's</a:t>
            </a:r>
            <a:r>
              <a:rPr lang="en-US" sz="1200" b="0" i="0" u="none" strike="noStrike" cap="none" dirty="0">
                <a:solidFill>
                  <a:schemeClr val="dk1"/>
                </a:solidFill>
                <a:effectLst/>
                <a:latin typeface="Arial"/>
                <a:ea typeface="Arial"/>
                <a:cs typeface="Arial"/>
                <a:sym typeface="Arial"/>
              </a:rPr>
              <a:t> decision trees could."</a:t>
            </a:r>
          </a:p>
          <a:p>
            <a:pPr marL="0" lvl="0" indent="0" algn="l" rtl="0">
              <a:spcBef>
                <a:spcPts val="0"/>
              </a:spcBef>
              <a:spcAft>
                <a:spcPts val="0"/>
              </a:spcAft>
              <a:buNone/>
            </a:pPr>
            <a:endParaRPr dirty="0"/>
          </a:p>
        </p:txBody>
      </p:sp>
      <p:sp>
        <p:nvSpPr>
          <p:cNvPr id="380" name="Google Shape;380;g3ae53132835_1_2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3af21e9e4f2_0_1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3af21e9e4f2_0_17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sz="1200" b="0" i="0" u="none" strike="noStrike" cap="none" dirty="0">
                <a:solidFill>
                  <a:schemeClr val="dk1"/>
                </a:solidFill>
                <a:effectLst/>
                <a:latin typeface="Arial"/>
                <a:ea typeface="Arial"/>
                <a:cs typeface="Arial"/>
                <a:sym typeface="Arial"/>
              </a:rPr>
              <a:t>Core Message: This slide visualizes why </a:t>
            </a:r>
            <a:r>
              <a:rPr lang="en-US" sz="1200" b="0" i="0" u="none" strike="noStrike" cap="none" dirty="0" err="1">
                <a:solidFill>
                  <a:schemeClr val="dk1"/>
                </a:solidFill>
                <a:effectLst/>
                <a:latin typeface="Arial"/>
                <a:ea typeface="Arial"/>
                <a:cs typeface="Arial"/>
                <a:sym typeface="Arial"/>
              </a:rPr>
              <a:t>XGBoost</a:t>
            </a:r>
            <a:r>
              <a:rPr lang="en-US" sz="1200" b="0" i="0" u="none" strike="noStrike" cap="none" dirty="0">
                <a:solidFill>
                  <a:schemeClr val="dk1"/>
                </a:solidFill>
                <a:effectLst/>
                <a:latin typeface="Arial"/>
                <a:ea typeface="Arial"/>
                <a:cs typeface="Arial"/>
                <a:sym typeface="Arial"/>
              </a:rPr>
              <a:t> is better, showing that it is more consistent and unbiased than the baseline.</a:t>
            </a:r>
          </a:p>
          <a:p>
            <a:r>
              <a:rPr lang="en-US" sz="1200" b="0" i="0" u="none" strike="noStrike" cap="none" dirty="0">
                <a:solidFill>
                  <a:schemeClr val="dk1"/>
                </a:solidFill>
                <a:effectLst/>
                <a:latin typeface="Arial"/>
                <a:ea typeface="Arial"/>
                <a:cs typeface="Arial"/>
                <a:sym typeface="Arial"/>
              </a:rPr>
              <a:t>Speaker Notes:</a:t>
            </a:r>
          </a:p>
          <a:p>
            <a:r>
              <a:rPr lang="en-US" sz="1200" b="0" i="0" u="none" strike="noStrike" cap="none" dirty="0">
                <a:solidFill>
                  <a:schemeClr val="dk1"/>
                </a:solidFill>
                <a:effectLst/>
                <a:latin typeface="Arial"/>
                <a:ea typeface="Arial"/>
                <a:cs typeface="Arial"/>
                <a:sym typeface="Arial"/>
              </a:rPr>
              <a:t>"We wanted to go beyond just average scores and look at the distribution of errors.</a:t>
            </a:r>
          </a:p>
          <a:p>
            <a:r>
              <a:rPr lang="en-US" sz="1200" b="0" i="0" u="none" strike="noStrike" cap="none" dirty="0">
                <a:solidFill>
                  <a:schemeClr val="dk1"/>
                </a:solidFill>
                <a:effectLst/>
                <a:latin typeface="Arial"/>
                <a:ea typeface="Arial"/>
                <a:cs typeface="Arial"/>
                <a:sym typeface="Arial"/>
              </a:rPr>
              <a:t>Error Distribution graph compares the prediction errors of Lasso (Blue) and </a:t>
            </a:r>
            <a:r>
              <a:rPr lang="en-US" sz="1200" b="0" i="0" u="none" strike="noStrike" cap="none" dirty="0" err="1">
                <a:solidFill>
                  <a:schemeClr val="dk1"/>
                </a:solidFill>
                <a:effectLst/>
                <a:latin typeface="Arial"/>
                <a:ea typeface="Arial"/>
                <a:cs typeface="Arial"/>
                <a:sym typeface="Arial"/>
              </a:rPr>
              <a:t>XGBoost</a:t>
            </a:r>
            <a:r>
              <a:rPr lang="en-US" sz="1200" b="0" i="0" u="none" strike="noStrike" cap="none" dirty="0">
                <a:solidFill>
                  <a:schemeClr val="dk1"/>
                </a:solidFill>
                <a:effectLst/>
                <a:latin typeface="Arial"/>
                <a:ea typeface="Arial"/>
                <a:cs typeface="Arial"/>
                <a:sym typeface="Arial"/>
              </a:rPr>
              <a:t> (Orange). You can see the </a:t>
            </a:r>
            <a:r>
              <a:rPr lang="en-US" sz="1200" b="0" i="0" u="none" strike="noStrike" cap="none" dirty="0" err="1">
                <a:solidFill>
                  <a:schemeClr val="dk1"/>
                </a:solidFill>
                <a:effectLst/>
                <a:latin typeface="Arial"/>
                <a:ea typeface="Arial"/>
                <a:cs typeface="Arial"/>
                <a:sym typeface="Arial"/>
              </a:rPr>
              <a:t>XGBoost</a:t>
            </a:r>
            <a:r>
              <a:rPr lang="en-US" sz="1200" b="0" i="0" u="none" strike="noStrike" cap="none" dirty="0">
                <a:solidFill>
                  <a:schemeClr val="dk1"/>
                </a:solidFill>
                <a:effectLst/>
                <a:latin typeface="Arial"/>
                <a:ea typeface="Arial"/>
                <a:cs typeface="Arial"/>
                <a:sym typeface="Arial"/>
              </a:rPr>
              <a:t> curve is narrower and shifted slightly to the left. This means it produces smaller errors on average and is more consistent—it has fewer massive 'misses' than the linear model.</a:t>
            </a:r>
          </a:p>
          <a:p>
            <a:r>
              <a:rPr lang="en-US" sz="1200" b="0" i="0" u="none" strike="noStrike" cap="none" dirty="0">
                <a:solidFill>
                  <a:schemeClr val="dk1"/>
                </a:solidFill>
                <a:effectLst/>
                <a:latin typeface="Arial"/>
                <a:ea typeface="Arial"/>
                <a:cs typeface="Arial"/>
                <a:sym typeface="Arial"/>
              </a:rPr>
              <a:t>Bottom Left (Actual vs. Predicted): Here, we see the predictions plotted against actual sales. The points cluster tightly along the diagonal line, which indicates strong agreement. The model isn't just guessing; it's tracking the actual sales volume effectively.</a:t>
            </a:r>
          </a:p>
          <a:p>
            <a:r>
              <a:rPr lang="en-US" sz="1200" b="0" i="0" u="none" strike="noStrike" cap="none" dirty="0">
                <a:solidFill>
                  <a:schemeClr val="dk1"/>
                </a:solidFill>
                <a:effectLst/>
                <a:latin typeface="Arial"/>
                <a:ea typeface="Arial"/>
                <a:cs typeface="Arial"/>
                <a:sym typeface="Arial"/>
              </a:rPr>
              <a:t>Bottom Right (Residual Plot): This is our quality check. The residuals (or errors) are clustered around zero, which is exactly what we want. We don't see any major patterns or curves, which means the model has minimal systematic bias. It handles both small and large transactions fairly well."</a:t>
            </a:r>
          </a:p>
          <a:p>
            <a:br>
              <a:rPr lang="en-US" dirty="0"/>
            </a:br>
            <a:endParaRPr dirty="0"/>
          </a:p>
        </p:txBody>
      </p:sp>
      <p:sp>
        <p:nvSpPr>
          <p:cNvPr id="393" name="Google Shape;393;g3af21e9e4f2_0_17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ltLang="zh-CN"/>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3af21e9e4f2_0_1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3af21e9e4f2_0_18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sz="1200" b="0" i="0" u="none" strike="noStrike" cap="none" dirty="0">
                <a:solidFill>
                  <a:schemeClr val="dk1"/>
                </a:solidFill>
                <a:effectLst/>
                <a:latin typeface="Arial"/>
                <a:ea typeface="Arial"/>
                <a:cs typeface="Arial"/>
                <a:sym typeface="Arial"/>
              </a:rPr>
              <a:t>Core Message: This slide peers inside the "black box" of the model to understand the logic it uses—Momentum, Price, and Location—to make predictions.</a:t>
            </a:r>
          </a:p>
          <a:p>
            <a:r>
              <a:rPr lang="en-US" sz="1200" b="0" i="0" u="none" strike="noStrike" cap="none" dirty="0">
                <a:solidFill>
                  <a:schemeClr val="dk1"/>
                </a:solidFill>
                <a:effectLst/>
                <a:latin typeface="Arial"/>
                <a:ea typeface="Arial"/>
                <a:cs typeface="Arial"/>
                <a:sym typeface="Arial"/>
              </a:rPr>
              <a:t>Speaker Notes:</a:t>
            </a:r>
          </a:p>
          <a:p>
            <a:r>
              <a:rPr lang="en-US" sz="1200" b="0" i="0" u="none" strike="noStrike" cap="none" dirty="0">
                <a:solidFill>
                  <a:schemeClr val="dk1"/>
                </a:solidFill>
                <a:effectLst/>
                <a:latin typeface="Arial"/>
                <a:ea typeface="Arial"/>
                <a:cs typeface="Arial"/>
                <a:sym typeface="Arial"/>
              </a:rPr>
              <a:t>"Finally, we visualized a single Decision Tree to understand the logic driving our forecasts.</a:t>
            </a:r>
          </a:p>
          <a:p>
            <a:r>
              <a:rPr lang="en-US" sz="1200" b="0" i="0" u="none" strike="noStrike" cap="none" dirty="0">
                <a:solidFill>
                  <a:schemeClr val="dk1"/>
                </a:solidFill>
                <a:effectLst/>
                <a:latin typeface="Arial"/>
                <a:ea typeface="Arial"/>
                <a:cs typeface="Arial"/>
                <a:sym typeface="Arial"/>
              </a:rPr>
              <a:t>The Root Cause: The very first split at the top is based on '</a:t>
            </a:r>
            <a:r>
              <a:rPr lang="en-US" sz="1200" b="0" i="0" u="none" strike="noStrike" cap="none" dirty="0" err="1">
                <a:solidFill>
                  <a:schemeClr val="dk1"/>
                </a:solidFill>
                <a:effectLst/>
                <a:latin typeface="Arial"/>
                <a:ea typeface="Arial"/>
                <a:cs typeface="Arial"/>
                <a:sym typeface="Arial"/>
              </a:rPr>
              <a:t>log_lags_sales</a:t>
            </a:r>
            <a:r>
              <a:rPr lang="en-US" sz="1200" b="0" i="0" u="none" strike="noStrike" cap="none" dirty="0">
                <a:solidFill>
                  <a:schemeClr val="dk1"/>
                </a:solidFill>
                <a:effectLst/>
                <a:latin typeface="Arial"/>
                <a:ea typeface="Arial"/>
                <a:cs typeface="Arial"/>
                <a:sym typeface="Arial"/>
              </a:rPr>
              <a:t>'. This confirms our hypothesis that Momentum is King—a store's recent past performance is the single most important factor in predicting its future.</a:t>
            </a:r>
          </a:p>
          <a:p>
            <a:r>
              <a:rPr lang="en-US" sz="1200" b="0" i="0" u="none" strike="noStrike" cap="none" dirty="0">
                <a:solidFill>
                  <a:schemeClr val="dk1"/>
                </a:solidFill>
                <a:effectLst/>
                <a:latin typeface="Arial"/>
                <a:ea typeface="Arial"/>
                <a:cs typeface="Arial"/>
                <a:sym typeface="Arial"/>
              </a:rPr>
              <a:t>Price Sensitivity: Moving down the tree, we see splits based on '</a:t>
            </a:r>
            <a:r>
              <a:rPr lang="en-US" sz="1200" b="0" i="0" u="none" strike="noStrike" cap="none" dirty="0" err="1">
                <a:solidFill>
                  <a:schemeClr val="dk1"/>
                </a:solidFill>
                <a:effectLst/>
                <a:latin typeface="Arial"/>
                <a:ea typeface="Arial"/>
                <a:cs typeface="Arial"/>
                <a:sym typeface="Arial"/>
              </a:rPr>
              <a:t>price_state_bottle_retail</a:t>
            </a:r>
            <a:r>
              <a:rPr lang="en-US" sz="1200" b="0" i="0" u="none" strike="noStrike" cap="none" dirty="0">
                <a:solidFill>
                  <a:schemeClr val="dk1"/>
                </a:solidFill>
                <a:effectLst/>
                <a:latin typeface="Arial"/>
                <a:ea typeface="Arial"/>
                <a:cs typeface="Arial"/>
                <a:sym typeface="Arial"/>
              </a:rPr>
              <a:t>'. This helps the model differentiate between stores that sell high-volume cheap liquor versus those selling premium products.</a:t>
            </a:r>
          </a:p>
          <a:p>
            <a:r>
              <a:rPr lang="en-US" sz="1200" b="0" i="0" u="none" strike="noStrike" cap="none" dirty="0">
                <a:solidFill>
                  <a:schemeClr val="dk1"/>
                </a:solidFill>
                <a:effectLst/>
                <a:latin typeface="Arial"/>
                <a:ea typeface="Arial"/>
                <a:cs typeface="Arial"/>
                <a:sym typeface="Arial"/>
              </a:rPr>
              <a:t>Location Matters: Further down, you see a split for '</a:t>
            </a:r>
            <a:r>
              <a:rPr lang="en-US" sz="1200" b="0" i="0" u="none" strike="noStrike" cap="none" dirty="0" err="1">
                <a:solidFill>
                  <a:schemeClr val="dk1"/>
                </a:solidFill>
                <a:effectLst/>
                <a:latin typeface="Arial"/>
                <a:ea typeface="Arial"/>
                <a:cs typeface="Arial"/>
                <a:sym typeface="Arial"/>
              </a:rPr>
              <a:t>geo_cluster</a:t>
            </a:r>
            <a:r>
              <a:rPr lang="en-US" sz="1200" b="0" i="0" u="none" strike="noStrike" cap="none" dirty="0">
                <a:solidFill>
                  <a:schemeClr val="dk1"/>
                </a:solidFill>
                <a:effectLst/>
                <a:latin typeface="Arial"/>
                <a:ea typeface="Arial"/>
                <a:cs typeface="Arial"/>
                <a:sym typeface="Arial"/>
              </a:rPr>
              <a:t>'. This allows the model to adjust its predictions based on specific regions, capturing those local geographic trends we discussed earlier.</a:t>
            </a:r>
          </a:p>
          <a:p>
            <a:r>
              <a:rPr lang="en-US" sz="1200" b="0" i="0" u="none" strike="noStrike" cap="none" dirty="0">
                <a:solidFill>
                  <a:schemeClr val="dk1"/>
                </a:solidFill>
                <a:effectLst/>
                <a:latin typeface="Arial"/>
                <a:ea typeface="Arial"/>
                <a:cs typeface="Arial"/>
                <a:sym typeface="Arial"/>
              </a:rPr>
              <a:t>Summary: This tree validates that our model is making decisions based on sensible business drivers: Momentum, Price, and Location."</a:t>
            </a:r>
          </a:p>
          <a:p>
            <a:pPr marL="0" lvl="0" indent="0" algn="l" rtl="0">
              <a:spcBef>
                <a:spcPts val="0"/>
              </a:spcBef>
              <a:spcAft>
                <a:spcPts val="0"/>
              </a:spcAft>
              <a:buNone/>
            </a:pPr>
            <a:endParaRPr dirty="0"/>
          </a:p>
        </p:txBody>
      </p:sp>
      <p:sp>
        <p:nvSpPr>
          <p:cNvPr id="403" name="Google Shape;403;g3af21e9e4f2_0_18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ltLang="zh-CN"/>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3af21e9e4f2_0_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1" name="Google Shape;411;g3af21e9e4f2_0_10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2" name="Google Shape;412;g3af21e9e4f2_0_10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CN"/>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3af21e9e4f2_0_1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g3af21e9e4f2_0_1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3af21e9e4f2_0_1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3af21e9e4f2_0_14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1" name="Google Shape;441;g3af21e9e4f2_0_14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ltLang="zh-CN"/>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3af21e9e4f2_0_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 name="Google Shape;450;g3af21e9e4f2_0_5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rtl="0"/>
            <a:r>
              <a:rPr lang="en-US" sz="1200" b="0" i="0" u="none" strike="noStrike" cap="none" dirty="0">
                <a:solidFill>
                  <a:schemeClr val="dk1"/>
                </a:solidFill>
                <a:effectLst/>
                <a:latin typeface="Arial"/>
                <a:ea typeface="Arial"/>
                <a:cs typeface="Arial"/>
                <a:sym typeface="Arial"/>
              </a:rPr>
              <a:t>Our analysis showed a very clear "heartbeat" pattern with sales peaking consistently in November and December 3. These holiday spikes are significantly higher—often $4,000 to $6,000 more—than off-season months4, which is why including the "Month" as a feature was so critical for the model.</a:t>
            </a:r>
            <a:endParaRPr lang="en-US" b="0" dirty="0">
              <a:effectLst/>
            </a:endParaRPr>
          </a:p>
          <a:p>
            <a:br>
              <a:rPr lang="en-US" b="0">
                <a:effectLst/>
              </a:rPr>
            </a:br>
            <a:endParaRPr/>
          </a:p>
        </p:txBody>
      </p:sp>
      <p:sp>
        <p:nvSpPr>
          <p:cNvPr id="451" name="Google Shape;451;g3af21e9e4f2_0_5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ltLang="zh-CN"/>
              <a:t>18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solidFill>
          <a:srgbClr val="F3EEE9"/>
        </a:solidFill>
        <a:effectLst/>
      </p:bgPr>
    </p:bg>
    <p:spTree>
      <p:nvGrpSpPr>
        <p:cNvPr id="1" name="Shape 15"/>
        <p:cNvGrpSpPr/>
        <p:nvPr/>
      </p:nvGrpSpPr>
      <p:grpSpPr>
        <a:xfrm>
          <a:off x="0" y="0"/>
          <a:ext cx="0" cy="0"/>
          <a:chOff x="0" y="0"/>
          <a:chExt cx="0" cy="0"/>
        </a:xfrm>
      </p:grpSpPr>
      <p:pic>
        <p:nvPicPr>
          <p:cNvPr id="16" name="Google Shape;16;p24"/>
          <p:cNvPicPr preferRelativeResize="0"/>
          <p:nvPr/>
        </p:nvPicPr>
        <p:blipFill rotWithShape="1">
          <a:blip r:embed="rId2">
            <a:alphaModFix/>
          </a:blip>
          <a:srcRect t="7739" b="7850"/>
          <a:stretch/>
        </p:blipFill>
        <p:spPr>
          <a:xfrm flipH="1">
            <a:off x="0" y="0"/>
            <a:ext cx="12192000" cy="6858000"/>
          </a:xfrm>
          <a:prstGeom prst="rect">
            <a:avLst/>
          </a:prstGeom>
          <a:noFill/>
          <a:ln>
            <a:noFill/>
          </a:ln>
        </p:spPr>
      </p:pic>
      <p:sp>
        <p:nvSpPr>
          <p:cNvPr id="17" name="Google Shape;17;p24"/>
          <p:cNvSpPr/>
          <p:nvPr/>
        </p:nvSpPr>
        <p:spPr>
          <a:xfrm>
            <a:off x="0" y="0"/>
            <a:ext cx="12192000" cy="6858000"/>
          </a:xfrm>
          <a:prstGeom prst="rect">
            <a:avLst/>
          </a:prstGeom>
          <a:gradFill>
            <a:gsLst>
              <a:gs pos="0">
                <a:srgbClr val="653914">
                  <a:alpha val="89803"/>
                </a:srgbClr>
              </a:gs>
              <a:gs pos="70000">
                <a:srgbClr val="653914">
                  <a:alpha val="0"/>
                </a:srgbClr>
              </a:gs>
              <a:gs pos="100000">
                <a:srgbClr val="653914">
                  <a:alpha val="0"/>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8" name="Google Shape;18;p24"/>
          <p:cNvSpPr txBox="1">
            <a:spLocks noGrp="1"/>
          </p:cNvSpPr>
          <p:nvPr>
            <p:ph type="title"/>
          </p:nvPr>
        </p:nvSpPr>
        <p:spPr>
          <a:xfrm>
            <a:off x="3238500" y="857250"/>
            <a:ext cx="5810250" cy="1905000"/>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chemeClr val="lt2"/>
              </a:buClr>
              <a:buSzPts val="6000"/>
              <a:buFont typeface="Arial"/>
              <a:buNone/>
              <a:defRPr sz="6000" b="1" i="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4"/>
          <p:cNvSpPr/>
          <p:nvPr/>
        </p:nvSpPr>
        <p:spPr>
          <a:xfrm>
            <a:off x="5676900" y="3124200"/>
            <a:ext cx="933450" cy="9525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0" name="Google Shape;20;p24"/>
          <p:cNvSpPr txBox="1">
            <a:spLocks noGrp="1"/>
          </p:cNvSpPr>
          <p:nvPr>
            <p:ph type="subTitle" idx="1"/>
          </p:nvPr>
        </p:nvSpPr>
        <p:spPr>
          <a:xfrm>
            <a:off x="4314825" y="3267075"/>
            <a:ext cx="3648075" cy="590550"/>
          </a:xfrm>
          <a:prstGeom prst="rect">
            <a:avLst/>
          </a:prstGeom>
          <a:noFill/>
          <a:ln>
            <a:noFill/>
          </a:ln>
        </p:spPr>
        <p:txBody>
          <a:bodyPr spcFirstLastPara="1" wrap="square" lIns="91425" tIns="45700" rIns="91425" bIns="45700" anchor="ctr" anchorCtr="0">
            <a:normAutofit/>
          </a:bodyPr>
          <a:lstStyle>
            <a:lvl1pPr lvl="0" algn="ctr">
              <a:lnSpc>
                <a:spcPct val="120000"/>
              </a:lnSpc>
              <a:spcBef>
                <a:spcPts val="1000"/>
              </a:spcBef>
              <a:spcAft>
                <a:spcPts val="0"/>
              </a:spcAft>
              <a:buClr>
                <a:schemeClr val="lt1"/>
              </a:buClr>
              <a:buSzPts val="2000"/>
              <a:buNone/>
              <a:defRPr sz="2000" b="0" i="0">
                <a:solidFill>
                  <a:schemeClr val="lt1"/>
                </a:solidFill>
              </a:defRPr>
            </a:lvl1pPr>
            <a:lvl2pPr lvl="1" algn="l">
              <a:lnSpc>
                <a:spcPct val="120000"/>
              </a:lnSpc>
              <a:spcBef>
                <a:spcPts val="500"/>
              </a:spcBef>
              <a:spcAft>
                <a:spcPts val="0"/>
              </a:spcAft>
              <a:buClr>
                <a:schemeClr val="lt1"/>
              </a:buClr>
              <a:buSzPts val="1800"/>
              <a:buChar char="•"/>
              <a:defRPr/>
            </a:lvl2pPr>
            <a:lvl3pPr lvl="2" algn="l">
              <a:lnSpc>
                <a:spcPct val="120000"/>
              </a:lnSpc>
              <a:spcBef>
                <a:spcPts val="500"/>
              </a:spcBef>
              <a:spcAft>
                <a:spcPts val="0"/>
              </a:spcAft>
              <a:buClr>
                <a:schemeClr val="lt1"/>
              </a:buClr>
              <a:buSzPts val="1800"/>
              <a:buChar char="•"/>
              <a:defRPr/>
            </a:lvl3pPr>
            <a:lvl4pPr lvl="3" algn="l">
              <a:lnSpc>
                <a:spcPct val="120000"/>
              </a:lnSpc>
              <a:spcBef>
                <a:spcPts val="500"/>
              </a:spcBef>
              <a:spcAft>
                <a:spcPts val="0"/>
              </a:spcAft>
              <a:buClr>
                <a:schemeClr val="lt1"/>
              </a:buClr>
              <a:buSzPts val="1800"/>
              <a:buChar char="•"/>
              <a:defRPr/>
            </a:lvl4pPr>
            <a:lvl5pPr lvl="4" algn="l">
              <a:lnSpc>
                <a:spcPct val="120000"/>
              </a:lnSpc>
              <a:spcBef>
                <a:spcPts val="500"/>
              </a:spcBef>
              <a:spcAft>
                <a:spcPts val="0"/>
              </a:spcAft>
              <a:buClr>
                <a:schemeClr val="lt1"/>
              </a:buClr>
              <a:buSzPts val="1800"/>
              <a:buChar char="•"/>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a:endParaRPr/>
          </a:p>
        </p:txBody>
      </p:sp>
      <p:sp>
        <p:nvSpPr>
          <p:cNvPr id="21" name="Google Shape;21;p24"/>
          <p:cNvSpPr txBox="1">
            <a:spLocks noGrp="1"/>
          </p:cNvSpPr>
          <p:nvPr>
            <p:ph type="body" idx="2"/>
          </p:nvPr>
        </p:nvSpPr>
        <p:spPr>
          <a:xfrm>
            <a:off x="3238500" y="4286250"/>
            <a:ext cx="5810250" cy="285750"/>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1000"/>
              </a:spcBef>
              <a:spcAft>
                <a:spcPts val="0"/>
              </a:spcAft>
              <a:buClr>
                <a:schemeClr val="lt1"/>
              </a:buClr>
              <a:buSzPts val="1200"/>
              <a:buNone/>
              <a:defRPr sz="1200" b="0" i="0">
                <a:solidFill>
                  <a:schemeClr val="lt1"/>
                </a:solidFill>
                <a:latin typeface="Arial"/>
                <a:ea typeface="Arial"/>
                <a:cs typeface="Arial"/>
                <a:sym typeface="Arial"/>
              </a:defRPr>
            </a:lvl1pPr>
            <a:lvl2pPr marL="914400" lvl="1" indent="-342900" algn="l">
              <a:lnSpc>
                <a:spcPct val="120000"/>
              </a:lnSpc>
              <a:spcBef>
                <a:spcPts val="500"/>
              </a:spcBef>
              <a:spcAft>
                <a:spcPts val="0"/>
              </a:spcAft>
              <a:buClr>
                <a:schemeClr val="lt1"/>
              </a:buClr>
              <a:buSzPts val="1800"/>
              <a:buChar char="•"/>
              <a:defRPr/>
            </a:lvl2pPr>
            <a:lvl3pPr marL="1371600" lvl="2" indent="-342900" algn="l">
              <a:lnSpc>
                <a:spcPct val="120000"/>
              </a:lnSpc>
              <a:spcBef>
                <a:spcPts val="500"/>
              </a:spcBef>
              <a:spcAft>
                <a:spcPts val="0"/>
              </a:spcAft>
              <a:buClr>
                <a:schemeClr val="lt1"/>
              </a:buClr>
              <a:buSzPts val="1800"/>
              <a:buChar char="•"/>
              <a:defRPr/>
            </a:lvl3pPr>
            <a:lvl4pPr marL="1828800" lvl="3" indent="-342900" algn="l">
              <a:lnSpc>
                <a:spcPct val="120000"/>
              </a:lnSpc>
              <a:spcBef>
                <a:spcPts val="500"/>
              </a:spcBef>
              <a:spcAft>
                <a:spcPts val="0"/>
              </a:spcAft>
              <a:buClr>
                <a:schemeClr val="lt1"/>
              </a:buClr>
              <a:buSzPts val="1800"/>
              <a:buChar char="•"/>
              <a:defRPr/>
            </a:lvl4pPr>
            <a:lvl5pPr marL="2286000" lvl="4" indent="-342900" algn="l">
              <a:lnSpc>
                <a:spcPct val="12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24"/>
          <p:cNvSpPr txBox="1">
            <a:spLocks noGrp="1"/>
          </p:cNvSpPr>
          <p:nvPr>
            <p:ph type="body" idx="3"/>
          </p:nvPr>
        </p:nvSpPr>
        <p:spPr>
          <a:xfrm>
            <a:off x="3238500" y="4667250"/>
            <a:ext cx="5810250" cy="285750"/>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1000"/>
              </a:spcBef>
              <a:spcAft>
                <a:spcPts val="0"/>
              </a:spcAft>
              <a:buClr>
                <a:schemeClr val="lt1"/>
              </a:buClr>
              <a:buSzPts val="1200"/>
              <a:buNone/>
              <a:defRPr sz="1200" b="0" i="0">
                <a:solidFill>
                  <a:schemeClr val="lt1"/>
                </a:solidFill>
                <a:latin typeface="Arial"/>
                <a:ea typeface="Arial"/>
                <a:cs typeface="Arial"/>
                <a:sym typeface="Arial"/>
              </a:defRPr>
            </a:lvl1pPr>
            <a:lvl2pPr marL="914400" lvl="1" indent="-342900" algn="l">
              <a:lnSpc>
                <a:spcPct val="120000"/>
              </a:lnSpc>
              <a:spcBef>
                <a:spcPts val="500"/>
              </a:spcBef>
              <a:spcAft>
                <a:spcPts val="0"/>
              </a:spcAft>
              <a:buClr>
                <a:schemeClr val="lt1"/>
              </a:buClr>
              <a:buSzPts val="1800"/>
              <a:buChar char="•"/>
              <a:defRPr/>
            </a:lvl2pPr>
            <a:lvl3pPr marL="1371600" lvl="2" indent="-342900" algn="l">
              <a:lnSpc>
                <a:spcPct val="120000"/>
              </a:lnSpc>
              <a:spcBef>
                <a:spcPts val="500"/>
              </a:spcBef>
              <a:spcAft>
                <a:spcPts val="0"/>
              </a:spcAft>
              <a:buClr>
                <a:schemeClr val="lt1"/>
              </a:buClr>
              <a:buSzPts val="1800"/>
              <a:buChar char="•"/>
              <a:defRPr/>
            </a:lvl3pPr>
            <a:lvl4pPr marL="1828800" lvl="3" indent="-342900" algn="l">
              <a:lnSpc>
                <a:spcPct val="120000"/>
              </a:lnSpc>
              <a:spcBef>
                <a:spcPts val="500"/>
              </a:spcBef>
              <a:spcAft>
                <a:spcPts val="0"/>
              </a:spcAft>
              <a:buClr>
                <a:schemeClr val="lt1"/>
              </a:buClr>
              <a:buSzPts val="1800"/>
              <a:buChar char="•"/>
              <a:defRPr/>
            </a:lvl4pPr>
            <a:lvl5pPr marL="2286000" lvl="4" indent="-342900" algn="l">
              <a:lnSpc>
                <a:spcPct val="12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rgbClr val="F3EEE9"/>
        </a:solidFill>
        <a:effectLst/>
      </p:bgPr>
    </p:bg>
    <p:spTree>
      <p:nvGrpSpPr>
        <p:cNvPr id="1" name="Shape 23"/>
        <p:cNvGrpSpPr/>
        <p:nvPr/>
      </p:nvGrpSpPr>
      <p:grpSpPr>
        <a:xfrm>
          <a:off x="0" y="0"/>
          <a:ext cx="0" cy="0"/>
          <a:chOff x="0" y="0"/>
          <a:chExt cx="0" cy="0"/>
        </a:xfrm>
      </p:grpSpPr>
      <p:pic>
        <p:nvPicPr>
          <p:cNvPr id="24" name="Google Shape;24;p27"/>
          <p:cNvPicPr preferRelativeResize="0"/>
          <p:nvPr/>
        </p:nvPicPr>
        <p:blipFill rotWithShape="1">
          <a:blip r:embed="rId2">
            <a:alphaModFix/>
          </a:blip>
          <a:srcRect t="24950" r="20000" b="7499"/>
          <a:stretch/>
        </p:blipFill>
        <p:spPr>
          <a:xfrm>
            <a:off x="0" y="0"/>
            <a:ext cx="12192000" cy="6858000"/>
          </a:xfrm>
          <a:prstGeom prst="rect">
            <a:avLst/>
          </a:prstGeom>
          <a:noFill/>
          <a:ln>
            <a:noFill/>
          </a:ln>
        </p:spPr>
      </p:pic>
      <p:sp>
        <p:nvSpPr>
          <p:cNvPr id="25" name="Google Shape;25;p27"/>
          <p:cNvSpPr/>
          <p:nvPr/>
        </p:nvSpPr>
        <p:spPr>
          <a:xfrm>
            <a:off x="0" y="0"/>
            <a:ext cx="12192000" cy="6858000"/>
          </a:xfrm>
          <a:prstGeom prst="rect">
            <a:avLst/>
          </a:prstGeom>
          <a:gradFill>
            <a:gsLst>
              <a:gs pos="0">
                <a:srgbClr val="653914">
                  <a:alpha val="89803"/>
                </a:srgbClr>
              </a:gs>
              <a:gs pos="70000">
                <a:srgbClr val="653914">
                  <a:alpha val="0"/>
                </a:srgbClr>
              </a:gs>
              <a:gs pos="100000">
                <a:srgbClr val="653914">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6" name="Google Shape;26;p27"/>
          <p:cNvSpPr txBox="1">
            <a:spLocks noGrp="1"/>
          </p:cNvSpPr>
          <p:nvPr>
            <p:ph type="title"/>
          </p:nvPr>
        </p:nvSpPr>
        <p:spPr>
          <a:xfrm>
            <a:off x="666750" y="2571750"/>
            <a:ext cx="5334000" cy="8572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2"/>
              </a:buClr>
              <a:buSzPts val="3600"/>
              <a:buFont typeface="Arial"/>
              <a:buNone/>
              <a:defRPr sz="3600" b="1" i="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27"/>
          <p:cNvSpPr txBox="1">
            <a:spLocks noGrp="1"/>
          </p:cNvSpPr>
          <p:nvPr>
            <p:ph type="subTitle" idx="1"/>
          </p:nvPr>
        </p:nvSpPr>
        <p:spPr>
          <a:xfrm>
            <a:off x="666750" y="3524250"/>
            <a:ext cx="5334000" cy="952500"/>
          </a:xfrm>
          <a:prstGeom prst="rect">
            <a:avLst/>
          </a:prstGeom>
          <a:noFill/>
          <a:ln>
            <a:noFill/>
          </a:ln>
        </p:spPr>
        <p:txBody>
          <a:bodyPr spcFirstLastPara="1" wrap="square" lIns="91425" tIns="45700" rIns="91425" bIns="45700" anchor="t" anchorCtr="0">
            <a:normAutofit/>
          </a:bodyPr>
          <a:lstStyle>
            <a:lvl1pPr lvl="0" algn="l">
              <a:lnSpc>
                <a:spcPct val="120000"/>
              </a:lnSpc>
              <a:spcBef>
                <a:spcPts val="1000"/>
              </a:spcBef>
              <a:spcAft>
                <a:spcPts val="0"/>
              </a:spcAft>
              <a:buClr>
                <a:schemeClr val="lt2"/>
              </a:buClr>
              <a:buSzPts val="1600"/>
              <a:buNone/>
              <a:defRPr sz="1600" b="0" i="0">
                <a:solidFill>
                  <a:schemeClr val="lt2"/>
                </a:solidFill>
              </a:defRPr>
            </a:lvl1pPr>
            <a:lvl2pPr lvl="1" algn="l">
              <a:lnSpc>
                <a:spcPct val="120000"/>
              </a:lnSpc>
              <a:spcBef>
                <a:spcPts val="500"/>
              </a:spcBef>
              <a:spcAft>
                <a:spcPts val="0"/>
              </a:spcAft>
              <a:buClr>
                <a:schemeClr val="lt1"/>
              </a:buClr>
              <a:buSzPts val="1800"/>
              <a:buChar char="•"/>
              <a:defRPr/>
            </a:lvl2pPr>
            <a:lvl3pPr lvl="2" algn="l">
              <a:lnSpc>
                <a:spcPct val="120000"/>
              </a:lnSpc>
              <a:spcBef>
                <a:spcPts val="500"/>
              </a:spcBef>
              <a:spcAft>
                <a:spcPts val="0"/>
              </a:spcAft>
              <a:buClr>
                <a:schemeClr val="lt1"/>
              </a:buClr>
              <a:buSzPts val="1800"/>
              <a:buChar char="•"/>
              <a:defRPr/>
            </a:lvl3pPr>
            <a:lvl4pPr lvl="3" algn="l">
              <a:lnSpc>
                <a:spcPct val="120000"/>
              </a:lnSpc>
              <a:spcBef>
                <a:spcPts val="500"/>
              </a:spcBef>
              <a:spcAft>
                <a:spcPts val="0"/>
              </a:spcAft>
              <a:buClr>
                <a:schemeClr val="lt1"/>
              </a:buClr>
              <a:buSzPts val="1800"/>
              <a:buChar char="•"/>
              <a:defRPr/>
            </a:lvl4pPr>
            <a:lvl5pPr lvl="4" algn="l">
              <a:lnSpc>
                <a:spcPct val="120000"/>
              </a:lnSpc>
              <a:spcBef>
                <a:spcPts val="500"/>
              </a:spcBef>
              <a:spcAft>
                <a:spcPts val="0"/>
              </a:spcAft>
              <a:buClr>
                <a:schemeClr val="lt1"/>
              </a:buClr>
              <a:buSzPts val="1800"/>
              <a:buChar char="•"/>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Closing">
  <p:cSld name="Closing">
    <p:bg>
      <p:bgPr>
        <a:solidFill>
          <a:srgbClr val="F3EEE9"/>
        </a:solidFill>
        <a:effectLst/>
      </p:bgPr>
    </p:bg>
    <p:spTree>
      <p:nvGrpSpPr>
        <p:cNvPr id="1" name="Shape 28"/>
        <p:cNvGrpSpPr/>
        <p:nvPr/>
      </p:nvGrpSpPr>
      <p:grpSpPr>
        <a:xfrm>
          <a:off x="0" y="0"/>
          <a:ext cx="0" cy="0"/>
          <a:chOff x="0" y="0"/>
          <a:chExt cx="0" cy="0"/>
        </a:xfrm>
      </p:grpSpPr>
      <p:pic>
        <p:nvPicPr>
          <p:cNvPr id="29" name="Google Shape;29;p30"/>
          <p:cNvPicPr preferRelativeResize="0"/>
          <p:nvPr/>
        </p:nvPicPr>
        <p:blipFill rotWithShape="1">
          <a:blip r:embed="rId2">
            <a:alphaModFix/>
          </a:blip>
          <a:srcRect t="7739" b="7850"/>
          <a:stretch/>
        </p:blipFill>
        <p:spPr>
          <a:xfrm flipH="1">
            <a:off x="0" y="0"/>
            <a:ext cx="12192000" cy="6858000"/>
          </a:xfrm>
          <a:prstGeom prst="rect">
            <a:avLst/>
          </a:prstGeom>
          <a:noFill/>
          <a:ln>
            <a:noFill/>
          </a:ln>
        </p:spPr>
      </p:pic>
      <p:sp>
        <p:nvSpPr>
          <p:cNvPr id="30" name="Google Shape;30;p30"/>
          <p:cNvSpPr/>
          <p:nvPr/>
        </p:nvSpPr>
        <p:spPr>
          <a:xfrm>
            <a:off x="0" y="0"/>
            <a:ext cx="12192000" cy="6858000"/>
          </a:xfrm>
          <a:prstGeom prst="rect">
            <a:avLst/>
          </a:prstGeom>
          <a:gradFill>
            <a:gsLst>
              <a:gs pos="0">
                <a:srgbClr val="653914">
                  <a:alpha val="89803"/>
                </a:srgbClr>
              </a:gs>
              <a:gs pos="70000">
                <a:srgbClr val="653914">
                  <a:alpha val="0"/>
                </a:srgbClr>
              </a:gs>
              <a:gs pos="100000">
                <a:srgbClr val="653914">
                  <a:alpha val="0"/>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1" name="Google Shape;31;p30"/>
          <p:cNvSpPr txBox="1">
            <a:spLocks noGrp="1"/>
          </p:cNvSpPr>
          <p:nvPr>
            <p:ph type="title"/>
          </p:nvPr>
        </p:nvSpPr>
        <p:spPr>
          <a:xfrm>
            <a:off x="3238500" y="857250"/>
            <a:ext cx="5810250" cy="1905000"/>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chemeClr val="lt2"/>
              </a:buClr>
              <a:buSzPts val="6000"/>
              <a:buFont typeface="Arial"/>
              <a:buNone/>
              <a:defRPr sz="6000" b="1" i="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30"/>
          <p:cNvSpPr txBox="1">
            <a:spLocks noGrp="1"/>
          </p:cNvSpPr>
          <p:nvPr>
            <p:ph type="body" idx="1"/>
          </p:nvPr>
        </p:nvSpPr>
        <p:spPr>
          <a:xfrm>
            <a:off x="3238500" y="4286250"/>
            <a:ext cx="5810250" cy="285750"/>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1000"/>
              </a:spcBef>
              <a:spcAft>
                <a:spcPts val="0"/>
              </a:spcAft>
              <a:buClr>
                <a:schemeClr val="lt1"/>
              </a:buClr>
              <a:buSzPts val="1200"/>
              <a:buNone/>
              <a:defRPr sz="1200" b="0" i="0">
                <a:solidFill>
                  <a:schemeClr val="lt1"/>
                </a:solidFill>
                <a:latin typeface="Arial"/>
                <a:ea typeface="Arial"/>
                <a:cs typeface="Arial"/>
                <a:sym typeface="Arial"/>
              </a:defRPr>
            </a:lvl1pPr>
            <a:lvl2pPr marL="914400" lvl="1" indent="-342900" algn="l">
              <a:lnSpc>
                <a:spcPct val="120000"/>
              </a:lnSpc>
              <a:spcBef>
                <a:spcPts val="500"/>
              </a:spcBef>
              <a:spcAft>
                <a:spcPts val="0"/>
              </a:spcAft>
              <a:buClr>
                <a:schemeClr val="lt1"/>
              </a:buClr>
              <a:buSzPts val="1800"/>
              <a:buChar char="•"/>
              <a:defRPr/>
            </a:lvl2pPr>
            <a:lvl3pPr marL="1371600" lvl="2" indent="-342900" algn="l">
              <a:lnSpc>
                <a:spcPct val="120000"/>
              </a:lnSpc>
              <a:spcBef>
                <a:spcPts val="500"/>
              </a:spcBef>
              <a:spcAft>
                <a:spcPts val="0"/>
              </a:spcAft>
              <a:buClr>
                <a:schemeClr val="lt1"/>
              </a:buClr>
              <a:buSzPts val="1800"/>
              <a:buChar char="•"/>
              <a:defRPr/>
            </a:lvl3pPr>
            <a:lvl4pPr marL="1828800" lvl="3" indent="-342900" algn="l">
              <a:lnSpc>
                <a:spcPct val="120000"/>
              </a:lnSpc>
              <a:spcBef>
                <a:spcPts val="500"/>
              </a:spcBef>
              <a:spcAft>
                <a:spcPts val="0"/>
              </a:spcAft>
              <a:buClr>
                <a:schemeClr val="lt1"/>
              </a:buClr>
              <a:buSzPts val="1800"/>
              <a:buChar char="•"/>
              <a:defRPr/>
            </a:lvl4pPr>
            <a:lvl5pPr marL="2286000" lvl="4" indent="-342900" algn="l">
              <a:lnSpc>
                <a:spcPct val="12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3" name="Google Shape;33;p30"/>
          <p:cNvSpPr txBox="1">
            <a:spLocks noGrp="1"/>
          </p:cNvSpPr>
          <p:nvPr>
            <p:ph type="body" idx="2"/>
          </p:nvPr>
        </p:nvSpPr>
        <p:spPr>
          <a:xfrm>
            <a:off x="3238500" y="4667250"/>
            <a:ext cx="5810250" cy="285750"/>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1000"/>
              </a:spcBef>
              <a:spcAft>
                <a:spcPts val="0"/>
              </a:spcAft>
              <a:buClr>
                <a:schemeClr val="lt1"/>
              </a:buClr>
              <a:buSzPts val="1200"/>
              <a:buNone/>
              <a:defRPr sz="1200" b="0" i="0">
                <a:solidFill>
                  <a:schemeClr val="lt1"/>
                </a:solidFill>
                <a:latin typeface="Arial"/>
                <a:ea typeface="Arial"/>
                <a:cs typeface="Arial"/>
                <a:sym typeface="Arial"/>
              </a:defRPr>
            </a:lvl1pPr>
            <a:lvl2pPr marL="914400" lvl="1" indent="-342900" algn="l">
              <a:lnSpc>
                <a:spcPct val="120000"/>
              </a:lnSpc>
              <a:spcBef>
                <a:spcPts val="500"/>
              </a:spcBef>
              <a:spcAft>
                <a:spcPts val="0"/>
              </a:spcAft>
              <a:buClr>
                <a:schemeClr val="lt1"/>
              </a:buClr>
              <a:buSzPts val="1800"/>
              <a:buChar char="•"/>
              <a:defRPr/>
            </a:lvl2pPr>
            <a:lvl3pPr marL="1371600" lvl="2" indent="-342900" algn="l">
              <a:lnSpc>
                <a:spcPct val="120000"/>
              </a:lnSpc>
              <a:spcBef>
                <a:spcPts val="500"/>
              </a:spcBef>
              <a:spcAft>
                <a:spcPts val="0"/>
              </a:spcAft>
              <a:buClr>
                <a:schemeClr val="lt1"/>
              </a:buClr>
              <a:buSzPts val="1800"/>
              <a:buChar char="•"/>
              <a:defRPr/>
            </a:lvl3pPr>
            <a:lvl4pPr marL="1828800" lvl="3" indent="-342900" algn="l">
              <a:lnSpc>
                <a:spcPct val="120000"/>
              </a:lnSpc>
              <a:spcBef>
                <a:spcPts val="500"/>
              </a:spcBef>
              <a:spcAft>
                <a:spcPts val="0"/>
              </a:spcAft>
              <a:buClr>
                <a:schemeClr val="lt1"/>
              </a:buClr>
              <a:buSzPts val="1800"/>
              <a:buChar char="•"/>
              <a:defRPr/>
            </a:lvl4pPr>
            <a:lvl5pPr marL="2286000" lvl="4" indent="-342900" algn="l">
              <a:lnSpc>
                <a:spcPct val="12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0"/>
        <p:cNvGrpSpPr/>
        <p:nvPr/>
      </p:nvGrpSpPr>
      <p:grpSpPr>
        <a:xfrm>
          <a:off x="0" y="0"/>
          <a:ext cx="0" cy="0"/>
          <a:chOff x="0" y="0"/>
          <a:chExt cx="0" cy="0"/>
        </a:xfrm>
      </p:grpSpPr>
      <p:sp>
        <p:nvSpPr>
          <p:cNvPr id="41" name="Google Shape;41;p25"/>
          <p:cNvSpPr txBox="1">
            <a:spLocks noGrp="1"/>
          </p:cNvSpPr>
          <p:nvPr>
            <p:ph type="dt" idx="10"/>
          </p:nvPr>
        </p:nvSpPr>
        <p:spPr>
          <a:xfrm>
            <a:off x="4718050" y="6409690"/>
            <a:ext cx="2743200" cy="27432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5"/>
          <p:cNvSpPr txBox="1">
            <a:spLocks noGrp="1"/>
          </p:cNvSpPr>
          <p:nvPr>
            <p:ph type="ftr" idx="11"/>
          </p:nvPr>
        </p:nvSpPr>
        <p:spPr>
          <a:xfrm>
            <a:off x="660399" y="6409690"/>
            <a:ext cx="36576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5"/>
          <p:cNvSpPr txBox="1">
            <a:spLocks noGrp="1"/>
          </p:cNvSpPr>
          <p:nvPr>
            <p:ph type="sldNum" idx="12"/>
          </p:nvPr>
        </p:nvSpPr>
        <p:spPr>
          <a:xfrm>
            <a:off x="7861300" y="6409690"/>
            <a:ext cx="3657600" cy="27432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
        <p:cNvGrpSpPr/>
        <p:nvPr/>
      </p:nvGrpSpPr>
      <p:grpSpPr>
        <a:xfrm>
          <a:off x="0" y="0"/>
          <a:ext cx="0" cy="0"/>
          <a:chOff x="0" y="0"/>
          <a:chExt cx="0" cy="0"/>
        </a:xfrm>
      </p:grpSpPr>
      <p:sp>
        <p:nvSpPr>
          <p:cNvPr id="45" name="Google Shape;45;p28"/>
          <p:cNvSpPr/>
          <p:nvPr/>
        </p:nvSpPr>
        <p:spPr>
          <a:xfrm>
            <a:off x="0" y="0"/>
            <a:ext cx="12192000" cy="6858000"/>
          </a:xfrm>
          <a:prstGeom prst="rect">
            <a:avLst/>
          </a:prstGeom>
          <a:solidFill>
            <a:schemeClr val="accent1">
              <a:alpha val="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6" name="Google Shape;46;p28"/>
          <p:cNvSpPr txBox="1">
            <a:spLocks noGrp="1"/>
          </p:cNvSpPr>
          <p:nvPr>
            <p:ph type="title"/>
          </p:nvPr>
        </p:nvSpPr>
        <p:spPr>
          <a:xfrm>
            <a:off x="660399" y="0"/>
            <a:ext cx="10858500" cy="10287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800"/>
              <a:buFont typeface="Arial"/>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8"/>
          <p:cNvSpPr txBox="1">
            <a:spLocks noGrp="1"/>
          </p:cNvSpPr>
          <p:nvPr>
            <p:ph type="dt" idx="10"/>
          </p:nvPr>
        </p:nvSpPr>
        <p:spPr>
          <a:xfrm>
            <a:off x="4718050" y="6409690"/>
            <a:ext cx="2743200" cy="27432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8"/>
          <p:cNvSpPr txBox="1">
            <a:spLocks noGrp="1"/>
          </p:cNvSpPr>
          <p:nvPr>
            <p:ph type="ftr" idx="11"/>
          </p:nvPr>
        </p:nvSpPr>
        <p:spPr>
          <a:xfrm>
            <a:off x="660399" y="6409690"/>
            <a:ext cx="36576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8"/>
          <p:cNvSpPr txBox="1">
            <a:spLocks noGrp="1"/>
          </p:cNvSpPr>
          <p:nvPr>
            <p:ph type="sldNum" idx="12"/>
          </p:nvPr>
        </p:nvSpPr>
        <p:spPr>
          <a:xfrm>
            <a:off x="7861300" y="6409690"/>
            <a:ext cx="3657600" cy="27432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solidFill>
          <a:srgbClr val="F3EEE9"/>
        </a:solidFill>
        <a:effectLst/>
      </p:bgPr>
    </p:bg>
    <p:spTree>
      <p:nvGrpSpPr>
        <p:cNvPr id="1" name="Shape 50"/>
        <p:cNvGrpSpPr/>
        <p:nvPr/>
      </p:nvGrpSpPr>
      <p:grpSpPr>
        <a:xfrm>
          <a:off x="0" y="0"/>
          <a:ext cx="0" cy="0"/>
          <a:chOff x="0" y="0"/>
          <a:chExt cx="0" cy="0"/>
        </a:xfrm>
      </p:grpSpPr>
      <p:pic>
        <p:nvPicPr>
          <p:cNvPr id="51" name="Google Shape;51;p23"/>
          <p:cNvPicPr preferRelativeResize="0"/>
          <p:nvPr/>
        </p:nvPicPr>
        <p:blipFill rotWithShape="1">
          <a:blip r:embed="rId2">
            <a:alphaModFix/>
          </a:blip>
          <a:srcRect t="7739" b="7850"/>
          <a:stretch/>
        </p:blipFill>
        <p:spPr>
          <a:xfrm flipH="1">
            <a:off x="0" y="0"/>
            <a:ext cx="12192000" cy="6858000"/>
          </a:xfrm>
          <a:prstGeom prst="rect">
            <a:avLst/>
          </a:prstGeom>
          <a:noFill/>
          <a:ln>
            <a:noFill/>
          </a:ln>
        </p:spPr>
      </p:pic>
      <p:sp>
        <p:nvSpPr>
          <p:cNvPr id="52" name="Google Shape;52;p23"/>
          <p:cNvSpPr/>
          <p:nvPr/>
        </p:nvSpPr>
        <p:spPr>
          <a:xfrm>
            <a:off x="0" y="0"/>
            <a:ext cx="12192000" cy="6858000"/>
          </a:xfrm>
          <a:prstGeom prst="rect">
            <a:avLst/>
          </a:prstGeom>
          <a:gradFill>
            <a:gsLst>
              <a:gs pos="0">
                <a:srgbClr val="653914">
                  <a:alpha val="89803"/>
                </a:srgbClr>
              </a:gs>
              <a:gs pos="70000">
                <a:srgbClr val="653914">
                  <a:alpha val="0"/>
                </a:srgbClr>
              </a:gs>
              <a:gs pos="100000">
                <a:srgbClr val="653914">
                  <a:alpha val="0"/>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3" name="Google Shape;53;p23"/>
          <p:cNvSpPr txBox="1">
            <a:spLocks noGrp="1"/>
          </p:cNvSpPr>
          <p:nvPr>
            <p:ph type="title"/>
          </p:nvPr>
        </p:nvSpPr>
        <p:spPr>
          <a:xfrm>
            <a:off x="3238500" y="857250"/>
            <a:ext cx="5810250" cy="1905000"/>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chemeClr val="lt2"/>
              </a:buClr>
              <a:buSzPts val="6000"/>
              <a:buFont typeface="Arial"/>
              <a:buNone/>
              <a:defRPr sz="6000" b="1" i="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23"/>
          <p:cNvSpPr/>
          <p:nvPr/>
        </p:nvSpPr>
        <p:spPr>
          <a:xfrm>
            <a:off x="5676900" y="3124200"/>
            <a:ext cx="933450" cy="9525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5" name="Google Shape;55;p23"/>
          <p:cNvSpPr txBox="1">
            <a:spLocks noGrp="1"/>
          </p:cNvSpPr>
          <p:nvPr>
            <p:ph type="subTitle" idx="1"/>
          </p:nvPr>
        </p:nvSpPr>
        <p:spPr>
          <a:xfrm>
            <a:off x="4314825" y="3267075"/>
            <a:ext cx="3648075" cy="590550"/>
          </a:xfrm>
          <a:prstGeom prst="rect">
            <a:avLst/>
          </a:prstGeom>
          <a:noFill/>
          <a:ln>
            <a:noFill/>
          </a:ln>
        </p:spPr>
        <p:txBody>
          <a:bodyPr spcFirstLastPara="1" wrap="square" lIns="91425" tIns="45700" rIns="91425" bIns="45700" anchor="ctr" anchorCtr="0">
            <a:normAutofit/>
          </a:bodyPr>
          <a:lstStyle>
            <a:lvl1pPr lvl="0" algn="ctr">
              <a:lnSpc>
                <a:spcPct val="120000"/>
              </a:lnSpc>
              <a:spcBef>
                <a:spcPts val="1000"/>
              </a:spcBef>
              <a:spcAft>
                <a:spcPts val="0"/>
              </a:spcAft>
              <a:buClr>
                <a:schemeClr val="lt1"/>
              </a:buClr>
              <a:buSzPts val="2000"/>
              <a:buNone/>
              <a:defRPr sz="2000" b="0" i="0">
                <a:solidFill>
                  <a:schemeClr val="lt1"/>
                </a:solidFill>
              </a:defRPr>
            </a:lvl1pPr>
            <a:lvl2pPr lvl="1" algn="l">
              <a:lnSpc>
                <a:spcPct val="120000"/>
              </a:lnSpc>
              <a:spcBef>
                <a:spcPts val="500"/>
              </a:spcBef>
              <a:spcAft>
                <a:spcPts val="0"/>
              </a:spcAft>
              <a:buClr>
                <a:schemeClr val="lt1"/>
              </a:buClr>
              <a:buSzPts val="1800"/>
              <a:buChar char="•"/>
              <a:defRPr/>
            </a:lvl2pPr>
            <a:lvl3pPr lvl="2" algn="l">
              <a:lnSpc>
                <a:spcPct val="120000"/>
              </a:lnSpc>
              <a:spcBef>
                <a:spcPts val="500"/>
              </a:spcBef>
              <a:spcAft>
                <a:spcPts val="0"/>
              </a:spcAft>
              <a:buClr>
                <a:schemeClr val="lt1"/>
              </a:buClr>
              <a:buSzPts val="1800"/>
              <a:buChar char="•"/>
              <a:defRPr/>
            </a:lvl3pPr>
            <a:lvl4pPr lvl="3" algn="l">
              <a:lnSpc>
                <a:spcPct val="120000"/>
              </a:lnSpc>
              <a:spcBef>
                <a:spcPts val="500"/>
              </a:spcBef>
              <a:spcAft>
                <a:spcPts val="0"/>
              </a:spcAft>
              <a:buClr>
                <a:schemeClr val="lt1"/>
              </a:buClr>
              <a:buSzPts val="1800"/>
              <a:buChar char="•"/>
              <a:defRPr/>
            </a:lvl4pPr>
            <a:lvl5pPr lvl="4" algn="l">
              <a:lnSpc>
                <a:spcPct val="120000"/>
              </a:lnSpc>
              <a:spcBef>
                <a:spcPts val="500"/>
              </a:spcBef>
              <a:spcAft>
                <a:spcPts val="0"/>
              </a:spcAft>
              <a:buClr>
                <a:schemeClr val="lt1"/>
              </a:buClr>
              <a:buSzPts val="1800"/>
              <a:buChar char="•"/>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a:endParaRPr/>
          </a:p>
        </p:txBody>
      </p:sp>
      <p:sp>
        <p:nvSpPr>
          <p:cNvPr id="56" name="Google Shape;56;p23"/>
          <p:cNvSpPr txBox="1">
            <a:spLocks noGrp="1"/>
          </p:cNvSpPr>
          <p:nvPr>
            <p:ph type="body" idx="2"/>
          </p:nvPr>
        </p:nvSpPr>
        <p:spPr>
          <a:xfrm>
            <a:off x="3238500" y="4286250"/>
            <a:ext cx="5810250" cy="285750"/>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1000"/>
              </a:spcBef>
              <a:spcAft>
                <a:spcPts val="0"/>
              </a:spcAft>
              <a:buClr>
                <a:schemeClr val="lt1"/>
              </a:buClr>
              <a:buSzPts val="1200"/>
              <a:buNone/>
              <a:defRPr sz="1200" b="0" i="0">
                <a:solidFill>
                  <a:schemeClr val="lt1"/>
                </a:solidFill>
                <a:latin typeface="Arial"/>
                <a:ea typeface="Arial"/>
                <a:cs typeface="Arial"/>
                <a:sym typeface="Arial"/>
              </a:defRPr>
            </a:lvl1pPr>
            <a:lvl2pPr marL="914400" lvl="1" indent="-342900" algn="l">
              <a:lnSpc>
                <a:spcPct val="120000"/>
              </a:lnSpc>
              <a:spcBef>
                <a:spcPts val="500"/>
              </a:spcBef>
              <a:spcAft>
                <a:spcPts val="0"/>
              </a:spcAft>
              <a:buClr>
                <a:schemeClr val="lt1"/>
              </a:buClr>
              <a:buSzPts val="1800"/>
              <a:buChar char="•"/>
              <a:defRPr/>
            </a:lvl2pPr>
            <a:lvl3pPr marL="1371600" lvl="2" indent="-342900" algn="l">
              <a:lnSpc>
                <a:spcPct val="120000"/>
              </a:lnSpc>
              <a:spcBef>
                <a:spcPts val="500"/>
              </a:spcBef>
              <a:spcAft>
                <a:spcPts val="0"/>
              </a:spcAft>
              <a:buClr>
                <a:schemeClr val="lt1"/>
              </a:buClr>
              <a:buSzPts val="1800"/>
              <a:buChar char="•"/>
              <a:defRPr/>
            </a:lvl3pPr>
            <a:lvl4pPr marL="1828800" lvl="3" indent="-342900" algn="l">
              <a:lnSpc>
                <a:spcPct val="120000"/>
              </a:lnSpc>
              <a:spcBef>
                <a:spcPts val="500"/>
              </a:spcBef>
              <a:spcAft>
                <a:spcPts val="0"/>
              </a:spcAft>
              <a:buClr>
                <a:schemeClr val="lt1"/>
              </a:buClr>
              <a:buSzPts val="1800"/>
              <a:buChar char="•"/>
              <a:defRPr/>
            </a:lvl4pPr>
            <a:lvl5pPr marL="2286000" lvl="4" indent="-342900" algn="l">
              <a:lnSpc>
                <a:spcPct val="12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7" name="Google Shape;57;p23"/>
          <p:cNvSpPr txBox="1">
            <a:spLocks noGrp="1"/>
          </p:cNvSpPr>
          <p:nvPr>
            <p:ph type="body" idx="3"/>
          </p:nvPr>
        </p:nvSpPr>
        <p:spPr>
          <a:xfrm>
            <a:off x="3238500" y="4667250"/>
            <a:ext cx="5810250" cy="285750"/>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1000"/>
              </a:spcBef>
              <a:spcAft>
                <a:spcPts val="0"/>
              </a:spcAft>
              <a:buClr>
                <a:schemeClr val="lt1"/>
              </a:buClr>
              <a:buSzPts val="1200"/>
              <a:buNone/>
              <a:defRPr sz="1200" b="0" i="0">
                <a:solidFill>
                  <a:schemeClr val="lt1"/>
                </a:solidFill>
                <a:latin typeface="Arial"/>
                <a:ea typeface="Arial"/>
                <a:cs typeface="Arial"/>
                <a:sym typeface="Arial"/>
              </a:defRPr>
            </a:lvl1pPr>
            <a:lvl2pPr marL="914400" lvl="1" indent="-342900" algn="l">
              <a:lnSpc>
                <a:spcPct val="120000"/>
              </a:lnSpc>
              <a:spcBef>
                <a:spcPts val="500"/>
              </a:spcBef>
              <a:spcAft>
                <a:spcPts val="0"/>
              </a:spcAft>
              <a:buClr>
                <a:schemeClr val="lt1"/>
              </a:buClr>
              <a:buSzPts val="1800"/>
              <a:buChar char="•"/>
              <a:defRPr/>
            </a:lvl2pPr>
            <a:lvl3pPr marL="1371600" lvl="2" indent="-342900" algn="l">
              <a:lnSpc>
                <a:spcPct val="120000"/>
              </a:lnSpc>
              <a:spcBef>
                <a:spcPts val="500"/>
              </a:spcBef>
              <a:spcAft>
                <a:spcPts val="0"/>
              </a:spcAft>
              <a:buClr>
                <a:schemeClr val="lt1"/>
              </a:buClr>
              <a:buSzPts val="1800"/>
              <a:buChar char="•"/>
              <a:defRPr/>
            </a:lvl3pPr>
            <a:lvl4pPr marL="1828800" lvl="3" indent="-342900" algn="l">
              <a:lnSpc>
                <a:spcPct val="120000"/>
              </a:lnSpc>
              <a:spcBef>
                <a:spcPts val="500"/>
              </a:spcBef>
              <a:spcAft>
                <a:spcPts val="0"/>
              </a:spcAft>
              <a:buClr>
                <a:schemeClr val="lt1"/>
              </a:buClr>
              <a:buSzPts val="1800"/>
              <a:buChar char="•"/>
              <a:defRPr/>
            </a:lvl4pPr>
            <a:lvl5pPr marL="2286000" lvl="4" indent="-342900" algn="l">
              <a:lnSpc>
                <a:spcPct val="12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8"/>
        <p:cNvGrpSpPr/>
        <p:nvPr/>
      </p:nvGrpSpPr>
      <p:grpSpPr>
        <a:xfrm>
          <a:off x="0" y="0"/>
          <a:ext cx="0" cy="0"/>
          <a:chOff x="0" y="0"/>
          <a:chExt cx="0" cy="0"/>
        </a:xfrm>
      </p:grpSpPr>
      <p:grpSp>
        <p:nvGrpSpPr>
          <p:cNvPr id="59" name="Google Shape;59;p31"/>
          <p:cNvGrpSpPr/>
          <p:nvPr/>
        </p:nvGrpSpPr>
        <p:grpSpPr>
          <a:xfrm>
            <a:off x="0" y="0"/>
            <a:ext cx="12192000" cy="6858000"/>
            <a:chOff x="0" y="0"/>
            <a:chExt cx="12192000" cy="6858000"/>
          </a:xfrm>
        </p:grpSpPr>
        <p:sp>
          <p:nvSpPr>
            <p:cNvPr id="60" name="Google Shape;60;p31"/>
            <p:cNvSpPr/>
            <p:nvPr/>
          </p:nvSpPr>
          <p:spPr>
            <a:xfrm>
              <a:off x="0" y="0"/>
              <a:ext cx="12192000" cy="6858000"/>
            </a:xfrm>
            <a:prstGeom prst="rect">
              <a:avLst/>
            </a:prstGeom>
            <a:blipFill rotWithShape="1">
              <a:blip r:embed="rId2">
                <a:alphaModFix/>
              </a:blip>
              <a:stretch>
                <a:fillRect t="-16359" b="-9259"/>
              </a:stretch>
            </a:blipFill>
            <a:ln>
              <a:noFill/>
            </a:ln>
          </p:spPr>
          <p:txBody>
            <a:bodyPr spcFirstLastPara="1" wrap="square" lIns="91425" tIns="45700" rIns="91425" bIns="45700" anchor="ctr" anchorCtr="0">
              <a:norm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1" name="Google Shape;61;p31"/>
            <p:cNvSpPr/>
            <p:nvPr/>
          </p:nvSpPr>
          <p:spPr>
            <a:xfrm>
              <a:off x="0" y="0"/>
              <a:ext cx="12192000" cy="6858000"/>
            </a:xfrm>
            <a:prstGeom prst="rect">
              <a:avLst/>
            </a:prstGeom>
            <a:solidFill>
              <a:schemeClr val="lt1">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62" name="Google Shape;62;p31"/>
          <p:cNvSpPr txBox="1">
            <a:spLocks noGrp="1"/>
          </p:cNvSpPr>
          <p:nvPr>
            <p:ph type="title"/>
          </p:nvPr>
        </p:nvSpPr>
        <p:spPr>
          <a:xfrm>
            <a:off x="660400" y="0"/>
            <a:ext cx="10858500" cy="10287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800"/>
              <a:buFont typeface="Arial"/>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1"/>
          <p:cNvSpPr txBox="1">
            <a:spLocks noGrp="1"/>
          </p:cNvSpPr>
          <p:nvPr>
            <p:ph type="body" idx="1"/>
          </p:nvPr>
        </p:nvSpPr>
        <p:spPr>
          <a:xfrm>
            <a:off x="660400" y="1092200"/>
            <a:ext cx="10858500" cy="5041900"/>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Clr>
                <a:schemeClr val="dk1"/>
              </a:buClr>
              <a:buSzPts val="1800"/>
              <a:buFont typeface="Arial"/>
              <a:buChar char="•"/>
              <a:defRPr/>
            </a:lvl1pPr>
            <a:lvl2pPr marL="914400" lvl="1" indent="-330200" algn="l">
              <a:lnSpc>
                <a:spcPct val="120000"/>
              </a:lnSpc>
              <a:spcBef>
                <a:spcPts val="500"/>
              </a:spcBef>
              <a:spcAft>
                <a:spcPts val="0"/>
              </a:spcAft>
              <a:buClr>
                <a:schemeClr val="dk1"/>
              </a:buClr>
              <a:buSzPts val="1600"/>
              <a:buFont typeface="Arial"/>
              <a:buChar char="•"/>
              <a:defRPr/>
            </a:lvl2pPr>
            <a:lvl3pPr marL="1371600" lvl="2" indent="-317500" algn="l">
              <a:lnSpc>
                <a:spcPct val="120000"/>
              </a:lnSpc>
              <a:spcBef>
                <a:spcPts val="500"/>
              </a:spcBef>
              <a:spcAft>
                <a:spcPts val="0"/>
              </a:spcAft>
              <a:buClr>
                <a:schemeClr val="dk1"/>
              </a:buClr>
              <a:buSzPts val="1400"/>
              <a:buFont typeface="Arial"/>
              <a:buChar char="•"/>
              <a:defRPr/>
            </a:lvl3pPr>
            <a:lvl4pPr marL="1828800" lvl="3" indent="-304800" algn="l">
              <a:lnSpc>
                <a:spcPct val="120000"/>
              </a:lnSpc>
              <a:spcBef>
                <a:spcPts val="500"/>
              </a:spcBef>
              <a:spcAft>
                <a:spcPts val="0"/>
              </a:spcAft>
              <a:buClr>
                <a:schemeClr val="dk1"/>
              </a:buClr>
              <a:buSzPts val="1200"/>
              <a:buFont typeface="Arial"/>
              <a:buChar char="•"/>
              <a:defRPr/>
            </a:lvl4pPr>
            <a:lvl5pPr marL="2286000" lvl="4" indent="-304800" algn="l">
              <a:lnSpc>
                <a:spcPct val="120000"/>
              </a:lnSpc>
              <a:spcBef>
                <a:spcPts val="500"/>
              </a:spcBef>
              <a:spcAft>
                <a:spcPts val="0"/>
              </a:spcAft>
              <a:buClr>
                <a:schemeClr val="dk1"/>
              </a:buClr>
              <a:buSzPts val="1200"/>
              <a:buFont typeface="Arial"/>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31"/>
          <p:cNvSpPr txBox="1">
            <a:spLocks noGrp="1"/>
          </p:cNvSpPr>
          <p:nvPr>
            <p:ph type="dt" idx="10"/>
          </p:nvPr>
        </p:nvSpPr>
        <p:spPr>
          <a:xfrm>
            <a:off x="4718050" y="6409690"/>
            <a:ext cx="2743200" cy="27432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31"/>
          <p:cNvSpPr txBox="1">
            <a:spLocks noGrp="1"/>
          </p:cNvSpPr>
          <p:nvPr>
            <p:ph type="ftr" idx="11"/>
          </p:nvPr>
        </p:nvSpPr>
        <p:spPr>
          <a:xfrm>
            <a:off x="660399" y="6409690"/>
            <a:ext cx="36576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1"/>
          <p:cNvSpPr txBox="1">
            <a:spLocks noGrp="1"/>
          </p:cNvSpPr>
          <p:nvPr>
            <p:ph type="sldNum" idx="12"/>
          </p:nvPr>
        </p:nvSpPr>
        <p:spPr>
          <a:xfrm>
            <a:off x="7861300" y="6409690"/>
            <a:ext cx="3657600" cy="27432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67"/>
        <p:cNvGrpSpPr/>
        <p:nvPr/>
      </p:nvGrpSpPr>
      <p:grpSpPr>
        <a:xfrm>
          <a:off x="0" y="0"/>
          <a:ext cx="0" cy="0"/>
          <a:chOff x="0" y="0"/>
          <a:chExt cx="0" cy="0"/>
        </a:xfrm>
      </p:grpSpPr>
      <p:sp>
        <p:nvSpPr>
          <p:cNvPr id="68" name="Google Shape;68;p32"/>
          <p:cNvSpPr txBox="1">
            <a:spLocks noGrp="1"/>
          </p:cNvSpPr>
          <p:nvPr>
            <p:ph type="title"/>
          </p:nvPr>
        </p:nvSpPr>
        <p:spPr>
          <a:xfrm>
            <a:off x="660400" y="1500188"/>
            <a:ext cx="2836800" cy="914400"/>
          </a:xfrm>
          <a:prstGeom prst="rect">
            <a:avLst/>
          </a:prstGeom>
          <a:noFill/>
          <a:ln>
            <a:noFill/>
          </a:ln>
        </p:spPr>
        <p:txBody>
          <a:bodyPr spcFirstLastPara="1" wrap="square" lIns="91425" tIns="45700" rIns="91425" bIns="45700" anchor="t" anchorCtr="0">
            <a:normAutofit/>
          </a:bodyPr>
          <a:lstStyle>
            <a:lvl1pPr lvl="0" algn="r">
              <a:lnSpc>
                <a:spcPct val="100000"/>
              </a:lnSpc>
              <a:spcBef>
                <a:spcPts val="0"/>
              </a:spcBef>
              <a:spcAft>
                <a:spcPts val="0"/>
              </a:spcAft>
              <a:buClr>
                <a:schemeClr val="lt1"/>
              </a:buClr>
              <a:buSzPts val="2800"/>
              <a:buFont typeface="Arial"/>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32"/>
          <p:cNvSpPr txBox="1">
            <a:spLocks noGrp="1"/>
          </p:cNvSpPr>
          <p:nvPr>
            <p:ph type="body" idx="1"/>
          </p:nvPr>
        </p:nvSpPr>
        <p:spPr>
          <a:xfrm>
            <a:off x="3746500" y="1500187"/>
            <a:ext cx="7772400" cy="4633200"/>
          </a:xfrm>
          <a:prstGeom prst="rect">
            <a:avLst/>
          </a:prstGeom>
          <a:noFill/>
          <a:ln>
            <a:noFill/>
          </a:ln>
        </p:spPr>
        <p:txBody>
          <a:bodyPr spcFirstLastPara="1" wrap="square" lIns="91425" tIns="45700" rIns="91425" bIns="45700" anchor="t" anchorCtr="0">
            <a:normAutofit/>
          </a:bodyPr>
          <a:lstStyle>
            <a:lvl1pPr marL="457200" lvl="0" indent="-381000" algn="l">
              <a:lnSpc>
                <a:spcPct val="130000"/>
              </a:lnSpc>
              <a:spcBef>
                <a:spcPts val="1000"/>
              </a:spcBef>
              <a:spcAft>
                <a:spcPts val="0"/>
              </a:spcAft>
              <a:buClr>
                <a:schemeClr val="lt1"/>
              </a:buClr>
              <a:buSzPts val="2400"/>
              <a:buFont typeface="Arial"/>
              <a:buAutoNum type="arabicPeriod"/>
              <a:defRPr sz="2400" b="0">
                <a:solidFill>
                  <a:schemeClr val="lt1"/>
                </a:solidFill>
                <a:latin typeface="Arial"/>
                <a:ea typeface="Arial"/>
                <a:cs typeface="Arial"/>
                <a:sym typeface="Arial"/>
              </a:defRPr>
            </a:lvl1pPr>
            <a:lvl2pPr marL="914400" lvl="1" indent="-342900" algn="l">
              <a:lnSpc>
                <a:spcPct val="120000"/>
              </a:lnSpc>
              <a:spcBef>
                <a:spcPts val="500"/>
              </a:spcBef>
              <a:spcAft>
                <a:spcPts val="0"/>
              </a:spcAft>
              <a:buClr>
                <a:schemeClr val="lt1"/>
              </a:buClr>
              <a:buSzPts val="1800"/>
              <a:buChar char="•"/>
              <a:defRPr/>
            </a:lvl2pPr>
            <a:lvl3pPr marL="1371600" lvl="2" indent="-342900" algn="l">
              <a:lnSpc>
                <a:spcPct val="120000"/>
              </a:lnSpc>
              <a:spcBef>
                <a:spcPts val="500"/>
              </a:spcBef>
              <a:spcAft>
                <a:spcPts val="0"/>
              </a:spcAft>
              <a:buClr>
                <a:schemeClr val="lt1"/>
              </a:buClr>
              <a:buSzPts val="1800"/>
              <a:buChar char="•"/>
              <a:defRPr/>
            </a:lvl3pPr>
            <a:lvl4pPr marL="1828800" lvl="3" indent="-342900" algn="l">
              <a:lnSpc>
                <a:spcPct val="120000"/>
              </a:lnSpc>
              <a:spcBef>
                <a:spcPts val="500"/>
              </a:spcBef>
              <a:spcAft>
                <a:spcPts val="0"/>
              </a:spcAft>
              <a:buClr>
                <a:schemeClr val="lt1"/>
              </a:buClr>
              <a:buSzPts val="1800"/>
              <a:buChar char="•"/>
              <a:defRPr/>
            </a:lvl4pPr>
            <a:lvl5pPr marL="2286000" lvl="4" indent="-342900" algn="l">
              <a:lnSpc>
                <a:spcPct val="12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0" name="Google Shape;70;p32"/>
          <p:cNvSpPr txBox="1">
            <a:spLocks noGrp="1"/>
          </p:cNvSpPr>
          <p:nvPr>
            <p:ph type="dt" idx="10"/>
          </p:nvPr>
        </p:nvSpPr>
        <p:spPr>
          <a:xfrm>
            <a:off x="4718050" y="6409690"/>
            <a:ext cx="2743200" cy="27432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2"/>
          <p:cNvSpPr txBox="1">
            <a:spLocks noGrp="1"/>
          </p:cNvSpPr>
          <p:nvPr>
            <p:ph type="ftr" idx="11"/>
          </p:nvPr>
        </p:nvSpPr>
        <p:spPr>
          <a:xfrm>
            <a:off x="660399" y="6409690"/>
            <a:ext cx="3657600"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2"/>
          <p:cNvSpPr txBox="1">
            <a:spLocks noGrp="1"/>
          </p:cNvSpPr>
          <p:nvPr>
            <p:ph type="sldNum" idx="12"/>
          </p:nvPr>
        </p:nvSpPr>
        <p:spPr>
          <a:xfrm>
            <a:off x="7861300" y="6409690"/>
            <a:ext cx="3657600" cy="27432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grpSp>
        <p:nvGrpSpPr>
          <p:cNvPr id="73" name="Google Shape;73;p32"/>
          <p:cNvGrpSpPr/>
          <p:nvPr/>
        </p:nvGrpSpPr>
        <p:grpSpPr>
          <a:xfrm>
            <a:off x="2626456" y="1500188"/>
            <a:ext cx="994563" cy="4634686"/>
            <a:chOff x="2626456" y="1500188"/>
            <a:chExt cx="994563" cy="4634686"/>
          </a:xfrm>
        </p:grpSpPr>
        <p:cxnSp>
          <p:nvCxnSpPr>
            <p:cNvPr id="74" name="Google Shape;74;p32"/>
            <p:cNvCxnSpPr/>
            <p:nvPr/>
          </p:nvCxnSpPr>
          <p:spPr>
            <a:xfrm>
              <a:off x="3621019" y="1500188"/>
              <a:ext cx="0" cy="4633913"/>
            </a:xfrm>
            <a:prstGeom prst="straightConnector1">
              <a:avLst/>
            </a:prstGeom>
            <a:solidFill>
              <a:srgbClr val="FFCC00"/>
            </a:solidFill>
            <a:ln w="9525" cap="flat" cmpd="sng">
              <a:solidFill>
                <a:schemeClr val="lt1">
                  <a:alpha val="49803"/>
                </a:schemeClr>
              </a:solidFill>
              <a:prstDash val="solid"/>
              <a:round/>
              <a:headEnd type="none" w="sm" len="sm"/>
              <a:tailEnd type="none" w="sm" len="sm"/>
            </a:ln>
          </p:spPr>
        </p:cxnSp>
        <p:sp>
          <p:nvSpPr>
            <p:cNvPr id="75" name="Google Shape;75;p32"/>
            <p:cNvSpPr/>
            <p:nvPr/>
          </p:nvSpPr>
          <p:spPr>
            <a:xfrm>
              <a:off x="2626456" y="5219207"/>
              <a:ext cx="870506" cy="915667"/>
            </a:xfrm>
            <a:custGeom>
              <a:avLst/>
              <a:gdLst/>
              <a:ahLst/>
              <a:cxnLst/>
              <a:rect l="l" t="t" r="r" b="b"/>
              <a:pathLst>
                <a:path w="5127" h="5401" extrusionOk="0">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lt1">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rgbClr val="F3EEE9"/>
        </a:solidFill>
        <a:effectLst/>
      </p:bgPr>
    </p:bg>
    <p:spTree>
      <p:nvGrpSpPr>
        <p:cNvPr id="1" name="Shape 76"/>
        <p:cNvGrpSpPr/>
        <p:nvPr/>
      </p:nvGrpSpPr>
      <p:grpSpPr>
        <a:xfrm>
          <a:off x="0" y="0"/>
          <a:ext cx="0" cy="0"/>
          <a:chOff x="0" y="0"/>
          <a:chExt cx="0" cy="0"/>
        </a:xfrm>
      </p:grpSpPr>
      <p:pic>
        <p:nvPicPr>
          <p:cNvPr id="77" name="Google Shape;77;p26"/>
          <p:cNvPicPr preferRelativeResize="0"/>
          <p:nvPr/>
        </p:nvPicPr>
        <p:blipFill rotWithShape="1">
          <a:blip r:embed="rId2">
            <a:alphaModFix/>
          </a:blip>
          <a:srcRect t="24950" r="20000" b="7499"/>
          <a:stretch/>
        </p:blipFill>
        <p:spPr>
          <a:xfrm>
            <a:off x="0" y="0"/>
            <a:ext cx="12192000" cy="6858000"/>
          </a:xfrm>
          <a:prstGeom prst="rect">
            <a:avLst/>
          </a:prstGeom>
          <a:noFill/>
          <a:ln>
            <a:noFill/>
          </a:ln>
        </p:spPr>
      </p:pic>
      <p:sp>
        <p:nvSpPr>
          <p:cNvPr id="78" name="Google Shape;78;p26"/>
          <p:cNvSpPr/>
          <p:nvPr/>
        </p:nvSpPr>
        <p:spPr>
          <a:xfrm>
            <a:off x="0" y="0"/>
            <a:ext cx="12192000" cy="6858000"/>
          </a:xfrm>
          <a:prstGeom prst="rect">
            <a:avLst/>
          </a:prstGeom>
          <a:gradFill>
            <a:gsLst>
              <a:gs pos="0">
                <a:srgbClr val="653914">
                  <a:alpha val="89803"/>
                </a:srgbClr>
              </a:gs>
              <a:gs pos="70000">
                <a:srgbClr val="653914">
                  <a:alpha val="0"/>
                </a:srgbClr>
              </a:gs>
              <a:gs pos="100000">
                <a:srgbClr val="653914">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9" name="Google Shape;79;p26"/>
          <p:cNvSpPr txBox="1">
            <a:spLocks noGrp="1"/>
          </p:cNvSpPr>
          <p:nvPr>
            <p:ph type="title"/>
          </p:nvPr>
        </p:nvSpPr>
        <p:spPr>
          <a:xfrm>
            <a:off x="666750" y="2571750"/>
            <a:ext cx="5334000" cy="8572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2"/>
              </a:buClr>
              <a:buSzPts val="3600"/>
              <a:buFont typeface="Arial"/>
              <a:buNone/>
              <a:defRPr sz="3600" b="1" i="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6"/>
          <p:cNvSpPr txBox="1">
            <a:spLocks noGrp="1"/>
          </p:cNvSpPr>
          <p:nvPr>
            <p:ph type="subTitle" idx="1"/>
          </p:nvPr>
        </p:nvSpPr>
        <p:spPr>
          <a:xfrm>
            <a:off x="666750" y="3524250"/>
            <a:ext cx="5334000" cy="952500"/>
          </a:xfrm>
          <a:prstGeom prst="rect">
            <a:avLst/>
          </a:prstGeom>
          <a:noFill/>
          <a:ln>
            <a:noFill/>
          </a:ln>
        </p:spPr>
        <p:txBody>
          <a:bodyPr spcFirstLastPara="1" wrap="square" lIns="91425" tIns="45700" rIns="91425" bIns="45700" anchor="t" anchorCtr="0">
            <a:normAutofit/>
          </a:bodyPr>
          <a:lstStyle>
            <a:lvl1pPr lvl="0" algn="l">
              <a:lnSpc>
                <a:spcPct val="120000"/>
              </a:lnSpc>
              <a:spcBef>
                <a:spcPts val="1000"/>
              </a:spcBef>
              <a:spcAft>
                <a:spcPts val="0"/>
              </a:spcAft>
              <a:buClr>
                <a:schemeClr val="lt2"/>
              </a:buClr>
              <a:buSzPts val="1600"/>
              <a:buNone/>
              <a:defRPr sz="1600" b="0" i="0">
                <a:solidFill>
                  <a:schemeClr val="lt2"/>
                </a:solidFill>
              </a:defRPr>
            </a:lvl1pPr>
            <a:lvl2pPr lvl="1" algn="l">
              <a:lnSpc>
                <a:spcPct val="120000"/>
              </a:lnSpc>
              <a:spcBef>
                <a:spcPts val="500"/>
              </a:spcBef>
              <a:spcAft>
                <a:spcPts val="0"/>
              </a:spcAft>
              <a:buClr>
                <a:schemeClr val="lt1"/>
              </a:buClr>
              <a:buSzPts val="1800"/>
              <a:buChar char="•"/>
              <a:defRPr/>
            </a:lvl2pPr>
            <a:lvl3pPr lvl="2" algn="l">
              <a:lnSpc>
                <a:spcPct val="120000"/>
              </a:lnSpc>
              <a:spcBef>
                <a:spcPts val="500"/>
              </a:spcBef>
              <a:spcAft>
                <a:spcPts val="0"/>
              </a:spcAft>
              <a:buClr>
                <a:schemeClr val="lt1"/>
              </a:buClr>
              <a:buSzPts val="1800"/>
              <a:buChar char="•"/>
              <a:defRPr/>
            </a:lvl3pPr>
            <a:lvl4pPr lvl="3" algn="l">
              <a:lnSpc>
                <a:spcPct val="120000"/>
              </a:lnSpc>
              <a:spcBef>
                <a:spcPts val="500"/>
              </a:spcBef>
              <a:spcAft>
                <a:spcPts val="0"/>
              </a:spcAft>
              <a:buClr>
                <a:schemeClr val="lt1"/>
              </a:buClr>
              <a:buSzPts val="1800"/>
              <a:buChar char="•"/>
              <a:defRPr/>
            </a:lvl4pPr>
            <a:lvl5pPr lvl="4" algn="l">
              <a:lnSpc>
                <a:spcPct val="120000"/>
              </a:lnSpc>
              <a:spcBef>
                <a:spcPts val="500"/>
              </a:spcBef>
              <a:spcAft>
                <a:spcPts val="0"/>
              </a:spcAft>
              <a:buClr>
                <a:schemeClr val="lt1"/>
              </a:buClr>
              <a:buSzPts val="1800"/>
              <a:buChar char="•"/>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Closing">
  <p:cSld name="Closing">
    <p:bg>
      <p:bgPr>
        <a:solidFill>
          <a:srgbClr val="F3EEE9"/>
        </a:solidFill>
        <a:effectLst/>
      </p:bgPr>
    </p:bg>
    <p:spTree>
      <p:nvGrpSpPr>
        <p:cNvPr id="1" name="Shape 81"/>
        <p:cNvGrpSpPr/>
        <p:nvPr/>
      </p:nvGrpSpPr>
      <p:grpSpPr>
        <a:xfrm>
          <a:off x="0" y="0"/>
          <a:ext cx="0" cy="0"/>
          <a:chOff x="0" y="0"/>
          <a:chExt cx="0" cy="0"/>
        </a:xfrm>
      </p:grpSpPr>
      <p:pic>
        <p:nvPicPr>
          <p:cNvPr id="82" name="Google Shape;82;p29"/>
          <p:cNvPicPr preferRelativeResize="0"/>
          <p:nvPr/>
        </p:nvPicPr>
        <p:blipFill rotWithShape="1">
          <a:blip r:embed="rId2">
            <a:alphaModFix/>
          </a:blip>
          <a:srcRect t="7739" b="7850"/>
          <a:stretch/>
        </p:blipFill>
        <p:spPr>
          <a:xfrm flipH="1">
            <a:off x="0" y="0"/>
            <a:ext cx="12192000" cy="6858000"/>
          </a:xfrm>
          <a:prstGeom prst="rect">
            <a:avLst/>
          </a:prstGeom>
          <a:noFill/>
          <a:ln>
            <a:noFill/>
          </a:ln>
        </p:spPr>
      </p:pic>
      <p:sp>
        <p:nvSpPr>
          <p:cNvPr id="83" name="Google Shape;83;p29"/>
          <p:cNvSpPr/>
          <p:nvPr/>
        </p:nvSpPr>
        <p:spPr>
          <a:xfrm>
            <a:off x="0" y="0"/>
            <a:ext cx="12192000" cy="6858000"/>
          </a:xfrm>
          <a:prstGeom prst="rect">
            <a:avLst/>
          </a:prstGeom>
          <a:gradFill>
            <a:gsLst>
              <a:gs pos="0">
                <a:srgbClr val="653914">
                  <a:alpha val="89803"/>
                </a:srgbClr>
              </a:gs>
              <a:gs pos="70000">
                <a:srgbClr val="653914">
                  <a:alpha val="0"/>
                </a:srgbClr>
              </a:gs>
              <a:gs pos="100000">
                <a:srgbClr val="653914">
                  <a:alpha val="0"/>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4" name="Google Shape;84;p29"/>
          <p:cNvSpPr txBox="1">
            <a:spLocks noGrp="1"/>
          </p:cNvSpPr>
          <p:nvPr>
            <p:ph type="title"/>
          </p:nvPr>
        </p:nvSpPr>
        <p:spPr>
          <a:xfrm>
            <a:off x="3238500" y="857250"/>
            <a:ext cx="5810250" cy="1905000"/>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chemeClr val="lt2"/>
              </a:buClr>
              <a:buSzPts val="6000"/>
              <a:buFont typeface="Arial"/>
              <a:buNone/>
              <a:defRPr sz="6000" b="1" i="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29"/>
          <p:cNvSpPr txBox="1">
            <a:spLocks noGrp="1"/>
          </p:cNvSpPr>
          <p:nvPr>
            <p:ph type="body" idx="1"/>
          </p:nvPr>
        </p:nvSpPr>
        <p:spPr>
          <a:xfrm>
            <a:off x="3238500" y="4286250"/>
            <a:ext cx="5810250" cy="285750"/>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1000"/>
              </a:spcBef>
              <a:spcAft>
                <a:spcPts val="0"/>
              </a:spcAft>
              <a:buClr>
                <a:schemeClr val="lt1"/>
              </a:buClr>
              <a:buSzPts val="1200"/>
              <a:buNone/>
              <a:defRPr sz="1200" b="0" i="0">
                <a:solidFill>
                  <a:schemeClr val="lt1"/>
                </a:solidFill>
                <a:latin typeface="Arial"/>
                <a:ea typeface="Arial"/>
                <a:cs typeface="Arial"/>
                <a:sym typeface="Arial"/>
              </a:defRPr>
            </a:lvl1pPr>
            <a:lvl2pPr marL="914400" lvl="1" indent="-342900" algn="l">
              <a:lnSpc>
                <a:spcPct val="120000"/>
              </a:lnSpc>
              <a:spcBef>
                <a:spcPts val="500"/>
              </a:spcBef>
              <a:spcAft>
                <a:spcPts val="0"/>
              </a:spcAft>
              <a:buClr>
                <a:schemeClr val="lt1"/>
              </a:buClr>
              <a:buSzPts val="1800"/>
              <a:buChar char="•"/>
              <a:defRPr/>
            </a:lvl2pPr>
            <a:lvl3pPr marL="1371600" lvl="2" indent="-342900" algn="l">
              <a:lnSpc>
                <a:spcPct val="120000"/>
              </a:lnSpc>
              <a:spcBef>
                <a:spcPts val="500"/>
              </a:spcBef>
              <a:spcAft>
                <a:spcPts val="0"/>
              </a:spcAft>
              <a:buClr>
                <a:schemeClr val="lt1"/>
              </a:buClr>
              <a:buSzPts val="1800"/>
              <a:buChar char="•"/>
              <a:defRPr/>
            </a:lvl3pPr>
            <a:lvl4pPr marL="1828800" lvl="3" indent="-342900" algn="l">
              <a:lnSpc>
                <a:spcPct val="120000"/>
              </a:lnSpc>
              <a:spcBef>
                <a:spcPts val="500"/>
              </a:spcBef>
              <a:spcAft>
                <a:spcPts val="0"/>
              </a:spcAft>
              <a:buClr>
                <a:schemeClr val="lt1"/>
              </a:buClr>
              <a:buSzPts val="1800"/>
              <a:buChar char="•"/>
              <a:defRPr/>
            </a:lvl4pPr>
            <a:lvl5pPr marL="2286000" lvl="4" indent="-342900" algn="l">
              <a:lnSpc>
                <a:spcPct val="12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6" name="Google Shape;86;p29"/>
          <p:cNvSpPr txBox="1">
            <a:spLocks noGrp="1"/>
          </p:cNvSpPr>
          <p:nvPr>
            <p:ph type="body" idx="2"/>
          </p:nvPr>
        </p:nvSpPr>
        <p:spPr>
          <a:xfrm>
            <a:off x="3238500" y="4667250"/>
            <a:ext cx="5810250" cy="285750"/>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1000"/>
              </a:spcBef>
              <a:spcAft>
                <a:spcPts val="0"/>
              </a:spcAft>
              <a:buClr>
                <a:schemeClr val="lt1"/>
              </a:buClr>
              <a:buSzPts val="1200"/>
              <a:buNone/>
              <a:defRPr sz="1200" b="0" i="0">
                <a:solidFill>
                  <a:schemeClr val="lt1"/>
                </a:solidFill>
                <a:latin typeface="Arial"/>
                <a:ea typeface="Arial"/>
                <a:cs typeface="Arial"/>
                <a:sym typeface="Arial"/>
              </a:defRPr>
            </a:lvl1pPr>
            <a:lvl2pPr marL="914400" lvl="1" indent="-342900" algn="l">
              <a:lnSpc>
                <a:spcPct val="120000"/>
              </a:lnSpc>
              <a:spcBef>
                <a:spcPts val="500"/>
              </a:spcBef>
              <a:spcAft>
                <a:spcPts val="0"/>
              </a:spcAft>
              <a:buClr>
                <a:schemeClr val="lt1"/>
              </a:buClr>
              <a:buSzPts val="1800"/>
              <a:buChar char="•"/>
              <a:defRPr/>
            </a:lvl2pPr>
            <a:lvl3pPr marL="1371600" lvl="2" indent="-342900" algn="l">
              <a:lnSpc>
                <a:spcPct val="120000"/>
              </a:lnSpc>
              <a:spcBef>
                <a:spcPts val="500"/>
              </a:spcBef>
              <a:spcAft>
                <a:spcPts val="0"/>
              </a:spcAft>
              <a:buClr>
                <a:schemeClr val="lt1"/>
              </a:buClr>
              <a:buSzPts val="1800"/>
              <a:buChar char="•"/>
              <a:defRPr/>
            </a:lvl3pPr>
            <a:lvl4pPr marL="1828800" lvl="3" indent="-342900" algn="l">
              <a:lnSpc>
                <a:spcPct val="120000"/>
              </a:lnSpc>
              <a:spcBef>
                <a:spcPts val="500"/>
              </a:spcBef>
              <a:spcAft>
                <a:spcPts val="0"/>
              </a:spcAft>
              <a:buClr>
                <a:schemeClr val="lt1"/>
              </a:buClr>
              <a:buSzPts val="1800"/>
              <a:buChar char="•"/>
              <a:defRPr/>
            </a:lvl4pPr>
            <a:lvl5pPr marL="2286000" lvl="4" indent="-342900" algn="l">
              <a:lnSpc>
                <a:spcPct val="12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6.xml"/><Relationship Id="rId7" Type="http://schemas.openxmlformats.org/officeDocument/2006/relationships/slideLayout" Target="../slideLayouts/slideLayout10.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EEE9"/>
        </a:solidFill>
        <a:effectLst/>
      </p:bgPr>
    </p:bg>
    <p:spTree>
      <p:nvGrpSpPr>
        <p:cNvPr id="1" name="Shape 9"/>
        <p:cNvGrpSpPr/>
        <p:nvPr/>
      </p:nvGrpSpPr>
      <p:grpSpPr>
        <a:xfrm>
          <a:off x="0" y="0"/>
          <a:ext cx="0" cy="0"/>
          <a:chOff x="0" y="0"/>
          <a:chExt cx="0" cy="0"/>
        </a:xfrm>
      </p:grpSpPr>
      <p:sp>
        <p:nvSpPr>
          <p:cNvPr id="10" name="Google Shape;10;p22"/>
          <p:cNvSpPr txBox="1">
            <a:spLocks noGrp="1"/>
          </p:cNvSpPr>
          <p:nvPr>
            <p:ph type="title"/>
          </p:nvPr>
        </p:nvSpPr>
        <p:spPr>
          <a:xfrm>
            <a:off x="660400" y="128587"/>
            <a:ext cx="10858500" cy="900112"/>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Arial"/>
              <a:buNone/>
              <a:defRPr sz="2800" b="1"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2"/>
          <p:cNvSpPr txBox="1">
            <a:spLocks noGrp="1"/>
          </p:cNvSpPr>
          <p:nvPr>
            <p:ph type="body" idx="1"/>
          </p:nvPr>
        </p:nvSpPr>
        <p:spPr>
          <a:xfrm>
            <a:off x="660400" y="1130300"/>
            <a:ext cx="10858500" cy="5003800"/>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20000"/>
              </a:lnSpc>
              <a:spcBef>
                <a:spcPts val="10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1pPr>
            <a:lvl2pPr marL="914400" marR="0" lvl="1" indent="-330200" algn="l" rtl="0">
              <a:lnSpc>
                <a:spcPct val="120000"/>
              </a:lnSpc>
              <a:spcBef>
                <a:spcPts val="5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2pPr>
            <a:lvl3pPr marL="1371600" marR="0" lvl="2" indent="-317500" algn="l" rtl="0">
              <a:lnSpc>
                <a:spcPct val="12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L="1828800" marR="0" lvl="3" indent="-304800" algn="l" rtl="0">
              <a:lnSpc>
                <a:spcPct val="120000"/>
              </a:lnSpc>
              <a:spcBef>
                <a:spcPts val="5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4pPr>
            <a:lvl5pPr marL="2286000" marR="0" lvl="4" indent="-304800" algn="l" rtl="0">
              <a:lnSpc>
                <a:spcPct val="120000"/>
              </a:lnSpc>
              <a:spcBef>
                <a:spcPts val="5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9pPr>
          </a:lstStyle>
          <a:p>
            <a:endParaRPr/>
          </a:p>
        </p:txBody>
      </p:sp>
      <p:sp>
        <p:nvSpPr>
          <p:cNvPr id="12" name="Google Shape;12;p22"/>
          <p:cNvSpPr txBox="1">
            <a:spLocks noGrp="1"/>
          </p:cNvSpPr>
          <p:nvPr>
            <p:ph type="dt" idx="10"/>
          </p:nvPr>
        </p:nvSpPr>
        <p:spPr>
          <a:xfrm>
            <a:off x="4718050" y="6409690"/>
            <a:ext cx="2743200" cy="27432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0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3" name="Google Shape;13;p22"/>
          <p:cNvSpPr txBox="1">
            <a:spLocks noGrp="1"/>
          </p:cNvSpPr>
          <p:nvPr>
            <p:ph type="ftr" idx="11"/>
          </p:nvPr>
        </p:nvSpPr>
        <p:spPr>
          <a:xfrm>
            <a:off x="660399" y="6409690"/>
            <a:ext cx="3657600" cy="27432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4" name="Google Shape;14;p22"/>
          <p:cNvSpPr txBox="1">
            <a:spLocks noGrp="1"/>
          </p:cNvSpPr>
          <p:nvPr>
            <p:ph type="sldNum" idx="12"/>
          </p:nvPr>
        </p:nvSpPr>
        <p:spPr>
          <a:xfrm>
            <a:off x="7861300" y="6409690"/>
            <a:ext cx="3657600" cy="27432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00" b="0" i="0" u="none" strike="noStrike" cap="none">
                <a:solidFill>
                  <a:schemeClr val="lt1"/>
                </a:solidFill>
                <a:latin typeface="Arial"/>
                <a:ea typeface="Arial"/>
                <a:cs typeface="Arial"/>
                <a:sym typeface="Arial"/>
              </a:defRPr>
            </a:lvl1pPr>
            <a:lvl2pPr marL="0" marR="0" lvl="1" indent="0" algn="r" rtl="0">
              <a:spcBef>
                <a:spcPts val="0"/>
              </a:spcBef>
              <a:buNone/>
              <a:defRPr sz="1000" b="0" i="0" u="none" strike="noStrike" cap="none">
                <a:solidFill>
                  <a:schemeClr val="lt1"/>
                </a:solidFill>
                <a:latin typeface="Arial"/>
                <a:ea typeface="Arial"/>
                <a:cs typeface="Arial"/>
                <a:sym typeface="Arial"/>
              </a:defRPr>
            </a:lvl2pPr>
            <a:lvl3pPr marL="0" marR="0" lvl="2" indent="0" algn="r" rtl="0">
              <a:spcBef>
                <a:spcPts val="0"/>
              </a:spcBef>
              <a:buNone/>
              <a:defRPr sz="1000" b="0" i="0" u="none" strike="noStrike" cap="none">
                <a:solidFill>
                  <a:schemeClr val="lt1"/>
                </a:solidFill>
                <a:latin typeface="Arial"/>
                <a:ea typeface="Arial"/>
                <a:cs typeface="Arial"/>
                <a:sym typeface="Arial"/>
              </a:defRPr>
            </a:lvl3pPr>
            <a:lvl4pPr marL="0" marR="0" lvl="3" indent="0" algn="r" rtl="0">
              <a:spcBef>
                <a:spcPts val="0"/>
              </a:spcBef>
              <a:buNone/>
              <a:defRPr sz="1000" b="0" i="0" u="none" strike="noStrike" cap="none">
                <a:solidFill>
                  <a:schemeClr val="lt1"/>
                </a:solidFill>
                <a:latin typeface="Arial"/>
                <a:ea typeface="Arial"/>
                <a:cs typeface="Arial"/>
                <a:sym typeface="Arial"/>
              </a:defRPr>
            </a:lvl4pPr>
            <a:lvl5pPr marL="0" marR="0" lvl="4" indent="0" algn="r" rtl="0">
              <a:spcBef>
                <a:spcPts val="0"/>
              </a:spcBef>
              <a:buNone/>
              <a:defRPr sz="1000" b="0" i="0" u="none" strike="noStrike" cap="none">
                <a:solidFill>
                  <a:schemeClr val="lt1"/>
                </a:solidFill>
                <a:latin typeface="Arial"/>
                <a:ea typeface="Arial"/>
                <a:cs typeface="Arial"/>
                <a:sym typeface="Arial"/>
              </a:defRPr>
            </a:lvl5pPr>
            <a:lvl6pPr marL="0" marR="0" lvl="5" indent="0" algn="r" rtl="0">
              <a:spcBef>
                <a:spcPts val="0"/>
              </a:spcBef>
              <a:buNone/>
              <a:defRPr sz="1000" b="0" i="0" u="none" strike="noStrike" cap="none">
                <a:solidFill>
                  <a:schemeClr val="lt1"/>
                </a:solidFill>
                <a:latin typeface="Arial"/>
                <a:ea typeface="Arial"/>
                <a:cs typeface="Arial"/>
                <a:sym typeface="Arial"/>
              </a:defRPr>
            </a:lvl6pPr>
            <a:lvl7pPr marL="0" marR="0" lvl="6" indent="0" algn="r" rtl="0">
              <a:spcBef>
                <a:spcPts val="0"/>
              </a:spcBef>
              <a:buNone/>
              <a:defRPr sz="1000" b="0" i="0" u="none" strike="noStrike" cap="none">
                <a:solidFill>
                  <a:schemeClr val="lt1"/>
                </a:solidFill>
                <a:latin typeface="Arial"/>
                <a:ea typeface="Arial"/>
                <a:cs typeface="Arial"/>
                <a:sym typeface="Arial"/>
              </a:defRPr>
            </a:lvl7pPr>
            <a:lvl8pPr marL="0" marR="0" lvl="7" indent="0" algn="r" rtl="0">
              <a:spcBef>
                <a:spcPts val="0"/>
              </a:spcBef>
              <a:buNone/>
              <a:defRPr sz="1000" b="0" i="0" u="none" strike="noStrike" cap="none">
                <a:solidFill>
                  <a:schemeClr val="lt1"/>
                </a:solidFill>
                <a:latin typeface="Arial"/>
                <a:ea typeface="Arial"/>
                <a:cs typeface="Arial"/>
                <a:sym typeface="Arial"/>
              </a:defRPr>
            </a:lvl8pPr>
            <a:lvl9pPr marL="0" marR="0" lvl="8" indent="0" algn="r" rtl="0">
              <a:spcBef>
                <a:spcPts val="0"/>
              </a:spcBef>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3EEE9"/>
        </a:solidFill>
        <a:effectLst/>
      </p:bgPr>
    </p:bg>
    <p:spTree>
      <p:nvGrpSpPr>
        <p:cNvPr id="1" name="Shape 34"/>
        <p:cNvGrpSpPr/>
        <p:nvPr/>
      </p:nvGrpSpPr>
      <p:grpSpPr>
        <a:xfrm>
          <a:off x="0" y="0"/>
          <a:ext cx="0" cy="0"/>
          <a:chOff x="0" y="0"/>
          <a:chExt cx="0" cy="0"/>
        </a:xfrm>
      </p:grpSpPr>
      <p:sp>
        <p:nvSpPr>
          <p:cNvPr id="35" name="Google Shape;35;p21"/>
          <p:cNvSpPr txBox="1">
            <a:spLocks noGrp="1"/>
          </p:cNvSpPr>
          <p:nvPr>
            <p:ph type="title"/>
          </p:nvPr>
        </p:nvSpPr>
        <p:spPr>
          <a:xfrm>
            <a:off x="660400" y="128587"/>
            <a:ext cx="10858500" cy="900112"/>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dk1"/>
              </a:buClr>
              <a:buSzPts val="2800"/>
              <a:buFont typeface="Arial"/>
              <a:buNone/>
              <a:defRPr sz="2800" b="1"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21"/>
          <p:cNvSpPr txBox="1">
            <a:spLocks noGrp="1"/>
          </p:cNvSpPr>
          <p:nvPr>
            <p:ph type="body" idx="1"/>
          </p:nvPr>
        </p:nvSpPr>
        <p:spPr>
          <a:xfrm>
            <a:off x="660400" y="1130300"/>
            <a:ext cx="10858500" cy="5003800"/>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20000"/>
              </a:lnSpc>
              <a:spcBef>
                <a:spcPts val="10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1pPr>
            <a:lvl2pPr marL="914400" marR="0" lvl="1" indent="-330200" algn="l" rtl="0">
              <a:lnSpc>
                <a:spcPct val="12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17500" algn="l" rtl="0">
              <a:lnSpc>
                <a:spcPct val="12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04800" algn="l" rtl="0">
              <a:lnSpc>
                <a:spcPct val="12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2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7" name="Google Shape;37;p21"/>
          <p:cNvSpPr txBox="1">
            <a:spLocks noGrp="1"/>
          </p:cNvSpPr>
          <p:nvPr>
            <p:ph type="dt" idx="10"/>
          </p:nvPr>
        </p:nvSpPr>
        <p:spPr>
          <a:xfrm>
            <a:off x="4718050" y="6409690"/>
            <a:ext cx="2743200" cy="27432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0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8" name="Google Shape;38;p21"/>
          <p:cNvSpPr txBox="1">
            <a:spLocks noGrp="1"/>
          </p:cNvSpPr>
          <p:nvPr>
            <p:ph type="ftr" idx="11"/>
          </p:nvPr>
        </p:nvSpPr>
        <p:spPr>
          <a:xfrm>
            <a:off x="660399" y="6409690"/>
            <a:ext cx="3657600" cy="27432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9" name="Google Shape;39;p21"/>
          <p:cNvSpPr txBox="1">
            <a:spLocks noGrp="1"/>
          </p:cNvSpPr>
          <p:nvPr>
            <p:ph type="sldNum" idx="12"/>
          </p:nvPr>
        </p:nvSpPr>
        <p:spPr>
          <a:xfrm>
            <a:off x="7861300" y="6409690"/>
            <a:ext cx="3657600" cy="27432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00" b="0" i="0" u="none" strike="noStrike" cap="none">
                <a:solidFill>
                  <a:srgbClr val="888888"/>
                </a:solidFill>
                <a:latin typeface="Arial"/>
                <a:ea typeface="Arial"/>
                <a:cs typeface="Arial"/>
                <a:sym typeface="Arial"/>
              </a:defRPr>
            </a:lvl1pPr>
            <a:lvl2pPr marL="0" marR="0" lvl="1" indent="0" algn="r" rtl="0">
              <a:spcBef>
                <a:spcPts val="0"/>
              </a:spcBef>
              <a:buNone/>
              <a:defRPr sz="1000" b="0" i="0" u="none" strike="noStrike" cap="none">
                <a:solidFill>
                  <a:srgbClr val="888888"/>
                </a:solidFill>
                <a:latin typeface="Arial"/>
                <a:ea typeface="Arial"/>
                <a:cs typeface="Arial"/>
                <a:sym typeface="Arial"/>
              </a:defRPr>
            </a:lvl2pPr>
            <a:lvl3pPr marL="0" marR="0" lvl="2" indent="0" algn="r" rtl="0">
              <a:spcBef>
                <a:spcPts val="0"/>
              </a:spcBef>
              <a:buNone/>
              <a:defRPr sz="1000" b="0" i="0" u="none" strike="noStrike" cap="none">
                <a:solidFill>
                  <a:srgbClr val="888888"/>
                </a:solidFill>
                <a:latin typeface="Arial"/>
                <a:ea typeface="Arial"/>
                <a:cs typeface="Arial"/>
                <a:sym typeface="Arial"/>
              </a:defRPr>
            </a:lvl3pPr>
            <a:lvl4pPr marL="0" marR="0" lvl="3" indent="0" algn="r" rtl="0">
              <a:spcBef>
                <a:spcPts val="0"/>
              </a:spcBef>
              <a:buNone/>
              <a:defRPr sz="1000" b="0" i="0" u="none" strike="noStrike" cap="none">
                <a:solidFill>
                  <a:srgbClr val="888888"/>
                </a:solidFill>
                <a:latin typeface="Arial"/>
                <a:ea typeface="Arial"/>
                <a:cs typeface="Arial"/>
                <a:sym typeface="Arial"/>
              </a:defRPr>
            </a:lvl4pPr>
            <a:lvl5pPr marL="0" marR="0" lvl="4" indent="0" algn="r" rtl="0">
              <a:spcBef>
                <a:spcPts val="0"/>
              </a:spcBef>
              <a:buNone/>
              <a:defRPr sz="1000" b="0" i="0" u="none" strike="noStrike" cap="none">
                <a:solidFill>
                  <a:srgbClr val="888888"/>
                </a:solidFill>
                <a:latin typeface="Arial"/>
                <a:ea typeface="Arial"/>
                <a:cs typeface="Arial"/>
                <a:sym typeface="Arial"/>
              </a:defRPr>
            </a:lvl5pPr>
            <a:lvl6pPr marL="0" marR="0" lvl="5" indent="0" algn="r" rtl="0">
              <a:spcBef>
                <a:spcPts val="0"/>
              </a:spcBef>
              <a:buNone/>
              <a:defRPr sz="1000" b="0" i="0" u="none" strike="noStrike" cap="none">
                <a:solidFill>
                  <a:srgbClr val="888888"/>
                </a:solidFill>
                <a:latin typeface="Arial"/>
                <a:ea typeface="Arial"/>
                <a:cs typeface="Arial"/>
                <a:sym typeface="Arial"/>
              </a:defRPr>
            </a:lvl6pPr>
            <a:lvl7pPr marL="0" marR="0" lvl="6" indent="0" algn="r" rtl="0">
              <a:spcBef>
                <a:spcPts val="0"/>
              </a:spcBef>
              <a:buNone/>
              <a:defRPr sz="1000" b="0" i="0" u="none" strike="noStrike" cap="none">
                <a:solidFill>
                  <a:srgbClr val="888888"/>
                </a:solidFill>
                <a:latin typeface="Arial"/>
                <a:ea typeface="Arial"/>
                <a:cs typeface="Arial"/>
                <a:sym typeface="Arial"/>
              </a:defRPr>
            </a:lvl7pPr>
            <a:lvl8pPr marL="0" marR="0" lvl="7" indent="0" algn="r" rtl="0">
              <a:spcBef>
                <a:spcPts val="0"/>
              </a:spcBef>
              <a:buNone/>
              <a:defRPr sz="1000" b="0" i="0" u="none" strike="noStrike" cap="none">
                <a:solidFill>
                  <a:srgbClr val="888888"/>
                </a:solidFill>
                <a:latin typeface="Arial"/>
                <a:ea typeface="Arial"/>
                <a:cs typeface="Arial"/>
                <a:sym typeface="Arial"/>
              </a:defRPr>
            </a:lvl8pPr>
            <a:lvl9pPr marL="0" marR="0" lvl="8" indent="0" algn="r" rtl="0">
              <a:spcBef>
                <a:spcPts val="0"/>
              </a:spcBef>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hyperlink" Target="https://colab.research.google.com/drive/1CMDismUW7p7klbx-tqhC8ERJ3sUr5Y7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1"/>
        <p:cNvGrpSpPr/>
        <p:nvPr/>
      </p:nvGrpSpPr>
      <p:grpSpPr>
        <a:xfrm>
          <a:off x="0" y="0"/>
          <a:ext cx="0" cy="0"/>
          <a:chOff x="0" y="0"/>
          <a:chExt cx="0" cy="0"/>
        </a:xfrm>
      </p:grpSpPr>
      <p:sp>
        <p:nvSpPr>
          <p:cNvPr id="92" name="Google Shape;92;g3af21e9e4f2_0_32"/>
          <p:cNvSpPr txBox="1">
            <a:spLocks noGrp="1"/>
          </p:cNvSpPr>
          <p:nvPr>
            <p:ph type="title" idx="4294967295"/>
          </p:nvPr>
        </p:nvSpPr>
        <p:spPr>
          <a:xfrm>
            <a:off x="1251950" y="1028700"/>
            <a:ext cx="9435900" cy="1905000"/>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dk1"/>
              </a:buClr>
              <a:buSzPts val="1100"/>
              <a:buFont typeface="Arial"/>
              <a:buNone/>
            </a:pPr>
            <a:r>
              <a:rPr lang="zh-CN" sz="5600">
                <a:solidFill>
                  <a:srgbClr val="FFF2CC"/>
                </a:solidFill>
              </a:rPr>
              <a:t>Predicting Monthly Liquor Sales in Iowa</a:t>
            </a:r>
            <a:endParaRPr sz="5600">
              <a:solidFill>
                <a:srgbClr val="FFF2CC"/>
              </a:solidFill>
            </a:endParaRPr>
          </a:p>
        </p:txBody>
      </p:sp>
      <p:sp>
        <p:nvSpPr>
          <p:cNvPr id="93" name="Google Shape;93;g3af21e9e4f2_0_32"/>
          <p:cNvSpPr txBox="1">
            <a:spLocks noGrp="1"/>
          </p:cNvSpPr>
          <p:nvPr>
            <p:ph type="body" idx="4294967295"/>
          </p:nvPr>
        </p:nvSpPr>
        <p:spPr>
          <a:xfrm>
            <a:off x="2981875" y="3975175"/>
            <a:ext cx="5810400" cy="285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lt1"/>
              </a:buClr>
              <a:buSzPts val="1200"/>
              <a:buNone/>
            </a:pPr>
            <a:r>
              <a:rPr lang="zh-CN" sz="1800">
                <a:solidFill>
                  <a:schemeClr val="lt1"/>
                </a:solidFill>
              </a:rPr>
              <a:t>Team12</a:t>
            </a:r>
            <a:endParaRPr sz="1800">
              <a:solidFill>
                <a:schemeClr val="lt1"/>
              </a:solidFill>
            </a:endParaRPr>
          </a:p>
        </p:txBody>
      </p:sp>
      <p:sp>
        <p:nvSpPr>
          <p:cNvPr id="94" name="Google Shape;94;g3af21e9e4f2_0_32"/>
          <p:cNvSpPr txBox="1">
            <a:spLocks noGrp="1"/>
          </p:cNvSpPr>
          <p:nvPr>
            <p:ph type="body" idx="4294967295"/>
          </p:nvPr>
        </p:nvSpPr>
        <p:spPr>
          <a:xfrm>
            <a:off x="2241750" y="4455150"/>
            <a:ext cx="7708500" cy="285900"/>
          </a:xfrm>
          <a:prstGeom prst="rect">
            <a:avLst/>
          </a:prstGeom>
          <a:noFill/>
          <a:ln>
            <a:noFill/>
          </a:ln>
        </p:spPr>
        <p:txBody>
          <a:bodyPr spcFirstLastPara="1" wrap="square" lIns="91425" tIns="45700" rIns="91425" bIns="45700" anchor="ctr" anchorCtr="0">
            <a:noAutofit/>
          </a:bodyPr>
          <a:lstStyle/>
          <a:p>
            <a:pPr marL="0" lvl="0" indent="0" algn="ctr" rtl="0">
              <a:lnSpc>
                <a:spcPct val="95000"/>
              </a:lnSpc>
              <a:spcBef>
                <a:spcPts val="0"/>
              </a:spcBef>
              <a:spcAft>
                <a:spcPts val="0"/>
              </a:spcAft>
              <a:buClr>
                <a:schemeClr val="dk1"/>
              </a:buClr>
              <a:buSzPts val="688"/>
              <a:buFont typeface="Arial"/>
              <a:buNone/>
            </a:pPr>
            <a:r>
              <a:rPr lang="zh-CN" sz="1800">
                <a:solidFill>
                  <a:schemeClr val="lt1"/>
                </a:solidFill>
              </a:rPr>
              <a:t>Abhi Jindal, Arshdeep Singh Oberoi, Mokhinur Talibzhanova, Shi Qiu</a:t>
            </a:r>
            <a:endParaRPr sz="1800">
              <a:solidFill>
                <a:schemeClr val="lt1"/>
              </a:solidFill>
            </a:endParaRPr>
          </a:p>
          <a:p>
            <a:pPr marL="0" lvl="0" indent="0" algn="l" rtl="0">
              <a:lnSpc>
                <a:spcPct val="80000"/>
              </a:lnSpc>
              <a:spcBef>
                <a:spcPts val="0"/>
              </a:spcBef>
              <a:spcAft>
                <a:spcPts val="0"/>
              </a:spcAft>
              <a:buClr>
                <a:schemeClr val="lt1"/>
              </a:buClr>
              <a:buSzPts val="750"/>
              <a:buNone/>
            </a:pPr>
            <a:endParaRPr sz="18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g3af25aee5e6_0_11"/>
          <p:cNvPicPr preferRelativeResize="0"/>
          <p:nvPr/>
        </p:nvPicPr>
        <p:blipFill rotWithShape="1">
          <a:blip r:embed="rId3">
            <a:alphaModFix amt="20000"/>
          </a:blip>
          <a:srcRect t="11221"/>
          <a:stretch/>
        </p:blipFill>
        <p:spPr>
          <a:xfrm>
            <a:off x="0" y="0"/>
            <a:ext cx="12192000" cy="6857998"/>
          </a:xfrm>
          <a:prstGeom prst="rect">
            <a:avLst/>
          </a:prstGeom>
          <a:noFill/>
          <a:ln>
            <a:noFill/>
          </a:ln>
          <a:effectLst>
            <a:outerShdw blurRad="57150" dist="19050" dir="5400000" algn="bl" rotWithShape="0">
              <a:srgbClr val="000000">
                <a:alpha val="50000"/>
              </a:srgbClr>
            </a:outerShdw>
          </a:effectLst>
        </p:spPr>
      </p:pic>
      <p:grpSp>
        <p:nvGrpSpPr>
          <p:cNvPr id="101" name="Google Shape;101;g3af25aee5e6_0_11"/>
          <p:cNvGrpSpPr/>
          <p:nvPr/>
        </p:nvGrpSpPr>
        <p:grpSpPr>
          <a:xfrm>
            <a:off x="462703" y="580312"/>
            <a:ext cx="11380947" cy="6748737"/>
            <a:chOff x="747484" y="624501"/>
            <a:chExt cx="10906514" cy="5635218"/>
          </a:xfrm>
        </p:grpSpPr>
        <p:sp>
          <p:nvSpPr>
            <p:cNvPr id="102" name="Google Shape;102;g3af25aee5e6_0_11"/>
            <p:cNvSpPr txBox="1"/>
            <p:nvPr/>
          </p:nvSpPr>
          <p:spPr>
            <a:xfrm>
              <a:off x="4064220" y="624501"/>
              <a:ext cx="4461900" cy="748800"/>
            </a:xfrm>
            <a:prstGeom prst="rect">
              <a:avLst/>
            </a:prstGeom>
            <a:noFill/>
            <a:ln>
              <a:noFill/>
            </a:ln>
          </p:spPr>
          <p:txBody>
            <a:bodyPr spcFirstLastPara="1" wrap="square" lIns="98625" tIns="49325" rIns="98625" bIns="49325" anchor="ctr" anchorCtr="0">
              <a:spAutoFit/>
            </a:bodyPr>
            <a:lstStyle/>
            <a:p>
              <a:pPr marL="0" marR="0" lvl="0" indent="0" algn="ctr" rtl="0">
                <a:lnSpc>
                  <a:spcPct val="100000"/>
                </a:lnSpc>
                <a:spcBef>
                  <a:spcPts val="0"/>
                </a:spcBef>
                <a:spcAft>
                  <a:spcPts val="0"/>
                </a:spcAft>
                <a:buNone/>
              </a:pPr>
              <a:r>
                <a:rPr lang="zh-CN" sz="5177" b="1" i="0" u="none" strike="noStrike" cap="none">
                  <a:solidFill>
                    <a:schemeClr val="accent1"/>
                  </a:solidFill>
                </a:rPr>
                <a:t>Agenda</a:t>
              </a:r>
              <a:endParaRPr sz="1510"/>
            </a:p>
          </p:txBody>
        </p:sp>
        <p:grpSp>
          <p:nvGrpSpPr>
            <p:cNvPr id="103" name="Google Shape;103;g3af25aee5e6_0_11"/>
            <p:cNvGrpSpPr/>
            <p:nvPr/>
          </p:nvGrpSpPr>
          <p:grpSpPr>
            <a:xfrm>
              <a:off x="747484" y="4746225"/>
              <a:ext cx="10906514" cy="1513494"/>
              <a:chOff x="747484" y="4749600"/>
              <a:chExt cx="10906514" cy="1513494"/>
            </a:xfrm>
          </p:grpSpPr>
          <p:sp>
            <p:nvSpPr>
              <p:cNvPr id="104" name="Google Shape;104;g3af25aee5e6_0_11"/>
              <p:cNvSpPr/>
              <p:nvPr/>
            </p:nvSpPr>
            <p:spPr>
              <a:xfrm>
                <a:off x="747484" y="4749600"/>
                <a:ext cx="1859700" cy="464400"/>
              </a:xfrm>
              <a:prstGeom prst="rect">
                <a:avLst/>
              </a:prstGeom>
              <a:noFill/>
              <a:ln>
                <a:noFill/>
              </a:ln>
            </p:spPr>
            <p:txBody>
              <a:bodyPr spcFirstLastPara="1" wrap="square" lIns="116525" tIns="116525" rIns="116525" bIns="116525" anchor="ctr" anchorCtr="0">
                <a:noAutofit/>
              </a:bodyPr>
              <a:lstStyle/>
              <a:p>
                <a:pPr marL="0" lvl="0" indent="0" algn="just" rtl="0">
                  <a:lnSpc>
                    <a:spcPct val="115000"/>
                  </a:lnSpc>
                  <a:spcBef>
                    <a:spcPts val="1510"/>
                  </a:spcBef>
                  <a:spcAft>
                    <a:spcPts val="431"/>
                  </a:spcAft>
                  <a:buClr>
                    <a:schemeClr val="dk1"/>
                  </a:buClr>
                  <a:buSzPts val="1187"/>
                  <a:buFont typeface="Arial"/>
                  <a:buNone/>
                </a:pPr>
                <a:endParaRPr sz="1941"/>
              </a:p>
            </p:txBody>
          </p:sp>
          <p:sp>
            <p:nvSpPr>
              <p:cNvPr id="105" name="Google Shape;105;g3af25aee5e6_0_11"/>
              <p:cNvSpPr/>
              <p:nvPr/>
            </p:nvSpPr>
            <p:spPr>
              <a:xfrm>
                <a:off x="1369398" y="5213994"/>
                <a:ext cx="10284600" cy="1049100"/>
              </a:xfrm>
              <a:prstGeom prst="rect">
                <a:avLst/>
              </a:prstGeom>
              <a:noFill/>
              <a:ln>
                <a:noFill/>
              </a:ln>
            </p:spPr>
            <p:txBody>
              <a:bodyPr spcFirstLastPara="1" wrap="square" lIns="116525" tIns="116525" rIns="116525" bIns="116525" anchor="ctr" anchorCtr="0">
                <a:noAutofit/>
              </a:bodyPr>
              <a:lstStyle/>
              <a:p>
                <a:pPr marL="0" marR="0" lvl="0" indent="0" algn="l" rtl="0">
                  <a:spcBef>
                    <a:spcPts val="0"/>
                  </a:spcBef>
                  <a:spcAft>
                    <a:spcPts val="0"/>
                  </a:spcAft>
                  <a:buNone/>
                </a:pPr>
                <a:r>
                  <a:rPr lang="zh-CN" sz="5225" b="1" i="0" u="none" strike="noStrike" cap="none">
                    <a:solidFill>
                      <a:schemeClr val="dk1"/>
                    </a:solidFill>
                  </a:rPr>
                  <a:t>01</a:t>
                </a:r>
                <a:r>
                  <a:rPr lang="zh-CN" sz="5825" b="1" i="0" u="none" strike="noStrike" cap="none">
                    <a:solidFill>
                      <a:schemeClr val="dk1"/>
                    </a:solidFill>
                  </a:rPr>
                  <a:t> </a:t>
                </a:r>
                <a:r>
                  <a:rPr lang="zh-CN" sz="2588" b="1">
                    <a:solidFill>
                      <a:schemeClr val="dk1"/>
                    </a:solidFill>
                  </a:rPr>
                  <a:t>Problem Statement</a:t>
                </a:r>
                <a:br>
                  <a:rPr lang="zh-CN" sz="2588" b="1">
                    <a:solidFill>
                      <a:schemeClr val="dk1"/>
                    </a:solidFill>
                  </a:rPr>
                </a:br>
                <a:r>
                  <a:rPr lang="zh-CN" sz="5225" b="1">
                    <a:solidFill>
                      <a:schemeClr val="dk1"/>
                    </a:solidFill>
                  </a:rPr>
                  <a:t>02 </a:t>
                </a:r>
                <a:r>
                  <a:rPr lang="zh-CN" sz="2588" b="1">
                    <a:solidFill>
                      <a:schemeClr val="dk1"/>
                    </a:solidFill>
                  </a:rPr>
                  <a:t>Dataset Description</a:t>
                </a:r>
                <a:br>
                  <a:rPr lang="zh-CN" sz="2588" b="1">
                    <a:solidFill>
                      <a:schemeClr val="dk1"/>
                    </a:solidFill>
                  </a:rPr>
                </a:br>
                <a:r>
                  <a:rPr lang="zh-CN" sz="5225" b="1">
                    <a:solidFill>
                      <a:schemeClr val="dk1"/>
                    </a:solidFill>
                  </a:rPr>
                  <a:t>03 </a:t>
                </a:r>
                <a:r>
                  <a:rPr lang="zh-CN" sz="2588" b="1">
                    <a:solidFill>
                      <a:schemeClr val="dk1"/>
                    </a:solidFill>
                  </a:rPr>
                  <a:t>Descriptive Analysis</a:t>
                </a:r>
                <a:br>
                  <a:rPr lang="zh-CN" sz="2588" b="1">
                    <a:solidFill>
                      <a:schemeClr val="dk1"/>
                    </a:solidFill>
                  </a:rPr>
                </a:br>
                <a:r>
                  <a:rPr lang="zh-CN" sz="5225" b="1">
                    <a:solidFill>
                      <a:schemeClr val="dk1"/>
                    </a:solidFill>
                  </a:rPr>
                  <a:t>04 </a:t>
                </a:r>
                <a:r>
                  <a:rPr lang="zh-CN" sz="2588" b="1">
                    <a:solidFill>
                      <a:schemeClr val="dk1"/>
                    </a:solidFill>
                  </a:rPr>
                  <a:t>Methodology &amp; Modeling Setup</a:t>
                </a:r>
                <a:br>
                  <a:rPr lang="zh-CN" sz="2588" b="1">
                    <a:solidFill>
                      <a:schemeClr val="dk1"/>
                    </a:solidFill>
                  </a:rPr>
                </a:br>
                <a:r>
                  <a:rPr lang="zh-CN" sz="5225" b="1">
                    <a:solidFill>
                      <a:schemeClr val="dk1"/>
                    </a:solidFill>
                  </a:rPr>
                  <a:t>05 </a:t>
                </a:r>
                <a:r>
                  <a:rPr lang="zh-CN" sz="2588" b="1">
                    <a:solidFill>
                      <a:schemeClr val="dk1"/>
                    </a:solidFill>
                  </a:rPr>
                  <a:t>Key Insights &amp; Conclusion</a:t>
                </a:r>
                <a:endParaRPr sz="2588">
                  <a:solidFill>
                    <a:schemeClr val="dk1"/>
                  </a:solidFill>
                </a:endParaRPr>
              </a:p>
              <a:p>
                <a:pPr marL="0" lvl="0" indent="0" algn="l" rtl="0">
                  <a:spcBef>
                    <a:spcPts val="0"/>
                  </a:spcBef>
                  <a:spcAft>
                    <a:spcPts val="0"/>
                  </a:spcAft>
                  <a:buClr>
                    <a:schemeClr val="dk1"/>
                  </a:buClr>
                  <a:buFont typeface="Arial"/>
                  <a:buNone/>
                </a:pPr>
                <a:endParaRPr sz="5825" b="1">
                  <a:solidFill>
                    <a:schemeClr val="dk1"/>
                  </a:solidFill>
                </a:endParaRPr>
              </a:p>
              <a:p>
                <a:pPr marL="0" marR="0" lvl="0" indent="0" algn="l" rtl="0">
                  <a:spcBef>
                    <a:spcPts val="0"/>
                  </a:spcBef>
                  <a:spcAft>
                    <a:spcPts val="0"/>
                  </a:spcAft>
                  <a:buNone/>
                </a:pPr>
                <a:endParaRPr sz="2588" b="1">
                  <a:solidFill>
                    <a:schemeClr val="dk1"/>
                  </a:solidFill>
                </a:endParaRPr>
              </a:p>
              <a:p>
                <a:pPr marL="0" lvl="0" indent="0" algn="l" rtl="0">
                  <a:spcBef>
                    <a:spcPts val="0"/>
                  </a:spcBef>
                  <a:spcAft>
                    <a:spcPts val="0"/>
                  </a:spcAft>
                  <a:buClr>
                    <a:schemeClr val="dk1"/>
                  </a:buClr>
                  <a:buFont typeface="Arial"/>
                  <a:buNone/>
                </a:pPr>
                <a:endParaRPr sz="5825" b="1">
                  <a:solidFill>
                    <a:schemeClr val="dk1"/>
                  </a:solidFill>
                </a:endParaRPr>
              </a:p>
              <a:p>
                <a:pPr marL="0" marR="0" lvl="0" indent="0" algn="l" rtl="0">
                  <a:spcBef>
                    <a:spcPts val="0"/>
                  </a:spcBef>
                  <a:spcAft>
                    <a:spcPts val="0"/>
                  </a:spcAft>
                  <a:buNone/>
                </a:pPr>
                <a:endParaRPr sz="2588" b="1">
                  <a:solidFill>
                    <a:schemeClr val="dk1"/>
                  </a:solidFill>
                </a:endParaRPr>
              </a:p>
              <a:p>
                <a:pPr marL="0" lvl="0" indent="0" algn="l" rtl="0">
                  <a:spcBef>
                    <a:spcPts val="0"/>
                  </a:spcBef>
                  <a:spcAft>
                    <a:spcPts val="0"/>
                  </a:spcAft>
                  <a:buClr>
                    <a:schemeClr val="dk1"/>
                  </a:buClr>
                  <a:buFont typeface="Arial"/>
                  <a:buNone/>
                </a:pPr>
                <a:endParaRPr sz="5825" b="1">
                  <a:solidFill>
                    <a:schemeClr val="dk1"/>
                  </a:solidFill>
                </a:endParaRPr>
              </a:p>
              <a:p>
                <a:pPr marL="0" marR="0" lvl="0" indent="0" algn="l" rtl="0">
                  <a:spcBef>
                    <a:spcPts val="0"/>
                  </a:spcBef>
                  <a:spcAft>
                    <a:spcPts val="0"/>
                  </a:spcAft>
                  <a:buNone/>
                </a:pPr>
                <a:endParaRPr sz="2588" b="1">
                  <a:solidFill>
                    <a:schemeClr val="dk1"/>
                  </a:solidFill>
                </a:endParaRPr>
              </a:p>
              <a:p>
                <a:pPr marL="0" lvl="0" indent="0" algn="l" rtl="0">
                  <a:spcBef>
                    <a:spcPts val="0"/>
                  </a:spcBef>
                  <a:spcAft>
                    <a:spcPts val="0"/>
                  </a:spcAft>
                  <a:buClr>
                    <a:schemeClr val="dk1"/>
                  </a:buClr>
                  <a:buFont typeface="Arial"/>
                  <a:buNone/>
                </a:pPr>
                <a:endParaRPr sz="5825" b="1">
                  <a:solidFill>
                    <a:schemeClr val="dk1"/>
                  </a:solidFill>
                </a:endParaRPr>
              </a:p>
              <a:p>
                <a:pPr marL="0" marR="0" lvl="0" indent="0" algn="l" rtl="0">
                  <a:spcBef>
                    <a:spcPts val="0"/>
                  </a:spcBef>
                  <a:spcAft>
                    <a:spcPts val="0"/>
                  </a:spcAft>
                  <a:buNone/>
                </a:pPr>
                <a:endParaRPr sz="2588" b="1">
                  <a:solidFill>
                    <a:schemeClr val="dk1"/>
                  </a:solidFill>
                </a:endParaRPr>
              </a:p>
              <a:p>
                <a:pPr marL="0" marR="0" lvl="0" indent="0" algn="l" rtl="0">
                  <a:spcBef>
                    <a:spcPts val="0"/>
                  </a:spcBef>
                  <a:spcAft>
                    <a:spcPts val="0"/>
                  </a:spcAft>
                  <a:buNone/>
                </a:pPr>
                <a:r>
                  <a:rPr lang="zh-CN" sz="5825" b="1" i="0" u="none" strike="noStrike" cap="none">
                    <a:solidFill>
                      <a:schemeClr val="dk1"/>
                    </a:solidFill>
                  </a:rPr>
                  <a:t> </a:t>
                </a:r>
                <a:endParaRPr sz="1510">
                  <a:solidFill>
                    <a:schemeClr val="dk1"/>
                  </a:solidFill>
                </a:endParaRPr>
              </a:p>
            </p:txBody>
          </p:sp>
        </p:grpSp>
        <p:grpSp>
          <p:nvGrpSpPr>
            <p:cNvPr id="106" name="Google Shape;106;g3af25aee5e6_0_11"/>
            <p:cNvGrpSpPr/>
            <p:nvPr/>
          </p:nvGrpSpPr>
          <p:grpSpPr>
            <a:xfrm>
              <a:off x="2150670" y="2167800"/>
              <a:ext cx="5412000" cy="2530700"/>
              <a:chOff x="2757172" y="2116277"/>
              <a:chExt cx="5412000" cy="2530700"/>
            </a:xfrm>
          </p:grpSpPr>
          <p:sp>
            <p:nvSpPr>
              <p:cNvPr id="107" name="Google Shape;107;g3af25aee5e6_0_11"/>
              <p:cNvSpPr/>
              <p:nvPr/>
            </p:nvSpPr>
            <p:spPr>
              <a:xfrm>
                <a:off x="3513075" y="4182577"/>
                <a:ext cx="1859700" cy="464400"/>
              </a:xfrm>
              <a:prstGeom prst="rect">
                <a:avLst/>
              </a:prstGeom>
              <a:noFill/>
              <a:ln>
                <a:noFill/>
              </a:ln>
            </p:spPr>
            <p:txBody>
              <a:bodyPr spcFirstLastPara="1" wrap="square" lIns="116525" tIns="116525" rIns="116525" bIns="116525" anchor="ctr" anchorCtr="0">
                <a:noAutofit/>
              </a:bodyPr>
              <a:lstStyle/>
              <a:p>
                <a:pPr marL="0" marR="0" lvl="0" indent="0" algn="l" rtl="0">
                  <a:lnSpc>
                    <a:spcPct val="100000"/>
                  </a:lnSpc>
                  <a:spcBef>
                    <a:spcPts val="0"/>
                  </a:spcBef>
                  <a:spcAft>
                    <a:spcPts val="0"/>
                  </a:spcAft>
                  <a:buClr>
                    <a:srgbClr val="000000"/>
                  </a:buClr>
                  <a:buFont typeface="Arial"/>
                  <a:buNone/>
                </a:pPr>
                <a:endParaRPr sz="1941"/>
              </a:p>
            </p:txBody>
          </p:sp>
          <p:sp>
            <p:nvSpPr>
              <p:cNvPr id="108" name="Google Shape;108;g3af25aee5e6_0_11"/>
              <p:cNvSpPr/>
              <p:nvPr/>
            </p:nvSpPr>
            <p:spPr>
              <a:xfrm>
                <a:off x="2757172" y="2116277"/>
                <a:ext cx="5412000" cy="1049100"/>
              </a:xfrm>
              <a:prstGeom prst="rect">
                <a:avLst/>
              </a:prstGeom>
              <a:noFill/>
              <a:ln>
                <a:noFill/>
              </a:ln>
            </p:spPr>
            <p:txBody>
              <a:bodyPr spcFirstLastPara="1" wrap="square" lIns="116525" tIns="116525" rIns="116525" bIns="116525" anchor="ctr" anchorCtr="0">
                <a:noAutofit/>
              </a:bodyPr>
              <a:lstStyle/>
              <a:p>
                <a:pPr marL="0" marR="0" lvl="0" indent="0" algn="l" rtl="0">
                  <a:spcBef>
                    <a:spcPts val="0"/>
                  </a:spcBef>
                  <a:spcAft>
                    <a:spcPts val="0"/>
                  </a:spcAft>
                  <a:buNone/>
                </a:pPr>
                <a:endParaRPr sz="5825" b="1">
                  <a:solidFill>
                    <a:schemeClr val="dk1"/>
                  </a:solidFill>
                </a:endParaRPr>
              </a:p>
            </p:txBody>
          </p:sp>
        </p:grpSp>
        <p:grpSp>
          <p:nvGrpSpPr>
            <p:cNvPr id="109" name="Google Shape;109;g3af25aee5e6_0_11"/>
            <p:cNvGrpSpPr/>
            <p:nvPr/>
          </p:nvGrpSpPr>
          <p:grpSpPr>
            <a:xfrm>
              <a:off x="2959834" y="2874463"/>
              <a:ext cx="6276600" cy="2336163"/>
              <a:chOff x="-1358365" y="2877838"/>
              <a:chExt cx="6276600" cy="2336163"/>
            </a:xfrm>
          </p:grpSpPr>
          <p:sp>
            <p:nvSpPr>
              <p:cNvPr id="110" name="Google Shape;110;g3af25aee5e6_0_11"/>
              <p:cNvSpPr/>
              <p:nvPr/>
            </p:nvSpPr>
            <p:spPr>
              <a:xfrm>
                <a:off x="747484" y="4749600"/>
                <a:ext cx="2064900" cy="464400"/>
              </a:xfrm>
              <a:prstGeom prst="rect">
                <a:avLst/>
              </a:prstGeom>
              <a:noFill/>
              <a:ln>
                <a:noFill/>
              </a:ln>
            </p:spPr>
            <p:txBody>
              <a:bodyPr spcFirstLastPara="1" wrap="square" lIns="116525" tIns="116525" rIns="116525" bIns="116525" anchor="ctr" anchorCtr="0">
                <a:noAutofit/>
              </a:bodyPr>
              <a:lstStyle/>
              <a:p>
                <a:pPr marL="0" marR="0" lvl="0" indent="0" algn="l" rtl="0">
                  <a:lnSpc>
                    <a:spcPct val="100000"/>
                  </a:lnSpc>
                  <a:spcBef>
                    <a:spcPts val="0"/>
                  </a:spcBef>
                  <a:spcAft>
                    <a:spcPts val="0"/>
                  </a:spcAft>
                  <a:buNone/>
                </a:pPr>
                <a:endParaRPr sz="1941"/>
              </a:p>
            </p:txBody>
          </p:sp>
          <p:sp>
            <p:nvSpPr>
              <p:cNvPr id="111" name="Google Shape;111;g3af25aee5e6_0_11"/>
              <p:cNvSpPr/>
              <p:nvPr/>
            </p:nvSpPr>
            <p:spPr>
              <a:xfrm>
                <a:off x="-1358365" y="2877838"/>
                <a:ext cx="6276600" cy="1049100"/>
              </a:xfrm>
              <a:prstGeom prst="rect">
                <a:avLst/>
              </a:prstGeom>
              <a:noFill/>
              <a:ln>
                <a:noFill/>
              </a:ln>
            </p:spPr>
            <p:txBody>
              <a:bodyPr spcFirstLastPara="1" wrap="square" lIns="116525" tIns="116525" rIns="116525" bIns="116525" anchor="ctr" anchorCtr="0">
                <a:noAutofit/>
              </a:bodyPr>
              <a:lstStyle/>
              <a:p>
                <a:pPr marL="0" marR="0" lvl="0" indent="0" algn="l" rtl="0">
                  <a:spcBef>
                    <a:spcPts val="0"/>
                  </a:spcBef>
                  <a:spcAft>
                    <a:spcPts val="0"/>
                  </a:spcAft>
                  <a:buNone/>
                </a:pPr>
                <a:endParaRPr sz="5825" b="1">
                  <a:solidFill>
                    <a:schemeClr val="dk2"/>
                  </a:solidFill>
                </a:endParaRPr>
              </a:p>
            </p:txBody>
          </p:sp>
        </p:grpSp>
        <p:grpSp>
          <p:nvGrpSpPr>
            <p:cNvPr id="112" name="Google Shape;112;g3af25aee5e6_0_11"/>
            <p:cNvGrpSpPr/>
            <p:nvPr/>
          </p:nvGrpSpPr>
          <p:grpSpPr>
            <a:xfrm>
              <a:off x="3545092" y="3564338"/>
              <a:ext cx="6198600" cy="1134155"/>
              <a:chOff x="-166605" y="3512814"/>
              <a:chExt cx="6198600" cy="1134155"/>
            </a:xfrm>
          </p:grpSpPr>
          <p:sp>
            <p:nvSpPr>
              <p:cNvPr id="113" name="Google Shape;113;g3af25aee5e6_0_11"/>
              <p:cNvSpPr/>
              <p:nvPr/>
            </p:nvSpPr>
            <p:spPr>
              <a:xfrm>
                <a:off x="3513085" y="4182569"/>
                <a:ext cx="2270100" cy="464400"/>
              </a:xfrm>
              <a:prstGeom prst="rect">
                <a:avLst/>
              </a:prstGeom>
              <a:noFill/>
              <a:ln>
                <a:noFill/>
              </a:ln>
            </p:spPr>
            <p:txBody>
              <a:bodyPr spcFirstLastPara="1" wrap="square" lIns="116525" tIns="116525" rIns="116525" bIns="116525" anchor="ctr" anchorCtr="0">
                <a:noAutofit/>
              </a:bodyPr>
              <a:lstStyle/>
              <a:p>
                <a:pPr marL="0" marR="0" lvl="0" indent="0" algn="l" rtl="0">
                  <a:lnSpc>
                    <a:spcPct val="100000"/>
                  </a:lnSpc>
                  <a:spcBef>
                    <a:spcPts val="0"/>
                  </a:spcBef>
                  <a:spcAft>
                    <a:spcPts val="0"/>
                  </a:spcAft>
                  <a:buNone/>
                </a:pPr>
                <a:endParaRPr sz="1941"/>
              </a:p>
            </p:txBody>
          </p:sp>
          <p:sp>
            <p:nvSpPr>
              <p:cNvPr id="114" name="Google Shape;114;g3af25aee5e6_0_11"/>
              <p:cNvSpPr/>
              <p:nvPr/>
            </p:nvSpPr>
            <p:spPr>
              <a:xfrm>
                <a:off x="-166605" y="3512814"/>
                <a:ext cx="6198600" cy="1049100"/>
              </a:xfrm>
              <a:prstGeom prst="rect">
                <a:avLst/>
              </a:prstGeom>
              <a:noFill/>
              <a:ln>
                <a:noFill/>
              </a:ln>
            </p:spPr>
            <p:txBody>
              <a:bodyPr spcFirstLastPara="1" wrap="square" lIns="116525" tIns="116525" rIns="116525" bIns="116525" anchor="ctr" anchorCtr="0">
                <a:noAutofit/>
              </a:bodyPr>
              <a:lstStyle/>
              <a:p>
                <a:pPr marL="0" marR="0" lvl="0" indent="0" algn="l" rtl="0">
                  <a:spcBef>
                    <a:spcPts val="0"/>
                  </a:spcBef>
                  <a:spcAft>
                    <a:spcPts val="0"/>
                  </a:spcAft>
                  <a:buNone/>
                </a:pPr>
                <a:endParaRPr sz="5825" b="1">
                  <a:solidFill>
                    <a:schemeClr val="accent1"/>
                  </a:solidFill>
                </a:endParaRPr>
              </a:p>
            </p:txBody>
          </p:sp>
        </p:grpSp>
        <p:grpSp>
          <p:nvGrpSpPr>
            <p:cNvPr id="115" name="Google Shape;115;g3af25aee5e6_0_11"/>
            <p:cNvGrpSpPr/>
            <p:nvPr/>
          </p:nvGrpSpPr>
          <p:grpSpPr>
            <a:xfrm>
              <a:off x="4143594" y="4234125"/>
              <a:ext cx="7510389" cy="1049100"/>
              <a:chOff x="-4492805" y="4237500"/>
              <a:chExt cx="7510389" cy="1049100"/>
            </a:xfrm>
          </p:grpSpPr>
          <p:sp>
            <p:nvSpPr>
              <p:cNvPr id="116" name="Google Shape;116;g3af25aee5e6_0_11"/>
              <p:cNvSpPr/>
              <p:nvPr/>
            </p:nvSpPr>
            <p:spPr>
              <a:xfrm>
                <a:off x="747484" y="4749600"/>
                <a:ext cx="2270100" cy="464400"/>
              </a:xfrm>
              <a:prstGeom prst="rect">
                <a:avLst/>
              </a:prstGeom>
              <a:noFill/>
              <a:ln>
                <a:noFill/>
              </a:ln>
            </p:spPr>
            <p:txBody>
              <a:bodyPr spcFirstLastPara="1" wrap="square" lIns="116525" tIns="116525" rIns="116525" bIns="116525" anchor="ctr" anchorCtr="0">
                <a:noAutofit/>
              </a:bodyPr>
              <a:lstStyle/>
              <a:p>
                <a:pPr marL="0" marR="0" lvl="0" indent="0" algn="l" rtl="0">
                  <a:lnSpc>
                    <a:spcPct val="100000"/>
                  </a:lnSpc>
                  <a:spcBef>
                    <a:spcPts val="0"/>
                  </a:spcBef>
                  <a:spcAft>
                    <a:spcPts val="0"/>
                  </a:spcAft>
                  <a:buNone/>
                </a:pPr>
                <a:endParaRPr sz="1941"/>
              </a:p>
            </p:txBody>
          </p:sp>
          <p:sp>
            <p:nvSpPr>
              <p:cNvPr id="117" name="Google Shape;117;g3af25aee5e6_0_11"/>
              <p:cNvSpPr/>
              <p:nvPr/>
            </p:nvSpPr>
            <p:spPr>
              <a:xfrm>
                <a:off x="-4492805" y="4237500"/>
                <a:ext cx="5761200" cy="1049100"/>
              </a:xfrm>
              <a:prstGeom prst="rect">
                <a:avLst/>
              </a:prstGeom>
              <a:noFill/>
              <a:ln>
                <a:noFill/>
              </a:ln>
            </p:spPr>
            <p:txBody>
              <a:bodyPr spcFirstLastPara="1" wrap="square" lIns="116525" tIns="116525" rIns="116525" bIns="116525" anchor="ctr" anchorCtr="0">
                <a:noAutofit/>
              </a:bodyPr>
              <a:lstStyle/>
              <a:p>
                <a:pPr marL="0" marR="0" lvl="0" indent="0" algn="l" rtl="0">
                  <a:spcBef>
                    <a:spcPts val="0"/>
                  </a:spcBef>
                  <a:spcAft>
                    <a:spcPts val="0"/>
                  </a:spcAft>
                  <a:buNone/>
                </a:pPr>
                <a:endParaRPr sz="5825" b="1">
                  <a:solidFill>
                    <a:schemeClr val="dk2"/>
                  </a:solidFill>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3" name="Google Shape;123;g3af21e9e4f2_0_49" title="屏幕截图 2025-12-09 234228.png"/>
          <p:cNvPicPr preferRelativeResize="0"/>
          <p:nvPr/>
        </p:nvPicPr>
        <p:blipFill>
          <a:blip r:embed="rId3">
            <a:alphaModFix/>
          </a:blip>
          <a:stretch>
            <a:fillRect/>
          </a:stretch>
        </p:blipFill>
        <p:spPr>
          <a:xfrm>
            <a:off x="6878775" y="2169225"/>
            <a:ext cx="5313223" cy="3145424"/>
          </a:xfrm>
          <a:prstGeom prst="rect">
            <a:avLst/>
          </a:prstGeom>
          <a:noFill/>
          <a:ln>
            <a:noFill/>
          </a:ln>
        </p:spPr>
      </p:pic>
      <p:sp>
        <p:nvSpPr>
          <p:cNvPr id="124" name="Google Shape;124;g3af21e9e4f2_0_49"/>
          <p:cNvSpPr txBox="1">
            <a:spLocks noGrp="1"/>
          </p:cNvSpPr>
          <p:nvPr>
            <p:ph type="title" idx="4294967295"/>
          </p:nvPr>
        </p:nvSpPr>
        <p:spPr>
          <a:xfrm>
            <a:off x="666750" y="515150"/>
            <a:ext cx="10125900" cy="8574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lt2"/>
              </a:buClr>
              <a:buSzPts val="3600"/>
              <a:buFont typeface="Arial"/>
              <a:buNone/>
            </a:pPr>
            <a:r>
              <a:rPr lang="zh-CN" sz="3600"/>
              <a:t>What Problem Are We Solving?</a:t>
            </a:r>
            <a:endParaRPr sz="3600"/>
          </a:p>
        </p:txBody>
      </p:sp>
      <p:sp>
        <p:nvSpPr>
          <p:cNvPr id="125" name="Google Shape;125;g3af21e9e4f2_0_49"/>
          <p:cNvSpPr txBox="1">
            <a:spLocks noGrp="1"/>
          </p:cNvSpPr>
          <p:nvPr>
            <p:ph type="subTitle" idx="4294967295"/>
          </p:nvPr>
        </p:nvSpPr>
        <p:spPr>
          <a:xfrm>
            <a:off x="486100" y="1930725"/>
            <a:ext cx="6392700" cy="8574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None/>
            </a:pPr>
            <a:r>
              <a:rPr lang="zh-CN" sz="2200"/>
              <a:t>Liquor sales in Iowa vary significantly across stores, product categories, and seasons, making demand planning difficult. </a:t>
            </a:r>
            <a:endParaRPr sz="2200"/>
          </a:p>
          <a:p>
            <a:pPr marL="0" lvl="0" indent="0" algn="l" rtl="0">
              <a:lnSpc>
                <a:spcPct val="115000"/>
              </a:lnSpc>
              <a:spcBef>
                <a:spcPts val="1200"/>
              </a:spcBef>
              <a:spcAft>
                <a:spcPts val="0"/>
              </a:spcAft>
              <a:buClr>
                <a:schemeClr val="dk1"/>
              </a:buClr>
              <a:buSzPts val="1100"/>
              <a:buNone/>
            </a:pPr>
            <a:r>
              <a:rPr lang="zh-CN" sz="2200"/>
              <a:t>This project develops a predictive model that:</a:t>
            </a:r>
            <a:endParaRPr sz="2200"/>
          </a:p>
          <a:p>
            <a:pPr marL="457200" lvl="0" indent="-368300" algn="l" rtl="0">
              <a:lnSpc>
                <a:spcPct val="115000"/>
              </a:lnSpc>
              <a:spcBef>
                <a:spcPts val="1200"/>
              </a:spcBef>
              <a:spcAft>
                <a:spcPts val="0"/>
              </a:spcAft>
              <a:buClr>
                <a:schemeClr val="dk1"/>
              </a:buClr>
              <a:buSzPts val="2200"/>
              <a:buChar char="●"/>
            </a:pPr>
            <a:r>
              <a:rPr lang="zh-CN" sz="2200"/>
              <a:t>Forecasts monthly liquor sales at the store level</a:t>
            </a:r>
            <a:endParaRPr sz="2200"/>
          </a:p>
          <a:p>
            <a:pPr marL="457200" lvl="0" indent="-368300" algn="l" rtl="0">
              <a:lnSpc>
                <a:spcPct val="115000"/>
              </a:lnSpc>
              <a:spcBef>
                <a:spcPts val="0"/>
              </a:spcBef>
              <a:spcAft>
                <a:spcPts val="0"/>
              </a:spcAft>
              <a:buClr>
                <a:schemeClr val="dk1"/>
              </a:buClr>
              <a:buSzPts val="2200"/>
              <a:buChar char="●"/>
            </a:pPr>
            <a:r>
              <a:rPr lang="zh-CN" sz="2200"/>
              <a:t>Uses historical statewide transaction data</a:t>
            </a:r>
            <a:endParaRPr sz="2200"/>
          </a:p>
          <a:p>
            <a:pPr marL="457200" lvl="0" indent="-368300" algn="l" rtl="0">
              <a:lnSpc>
                <a:spcPct val="115000"/>
              </a:lnSpc>
              <a:spcBef>
                <a:spcPts val="0"/>
              </a:spcBef>
              <a:spcAft>
                <a:spcPts val="0"/>
              </a:spcAft>
              <a:buClr>
                <a:schemeClr val="dk1"/>
              </a:buClr>
              <a:buSzPts val="2200"/>
              <a:buChar char="●"/>
            </a:pPr>
            <a:r>
              <a:rPr lang="zh-CN" sz="2200"/>
              <a:t>Highlights key factors influencing purchasing trends</a:t>
            </a:r>
            <a:endParaRPr sz="2200"/>
          </a:p>
          <a:p>
            <a:pPr marL="0" lvl="0" indent="0" algn="l" rtl="0">
              <a:lnSpc>
                <a:spcPct val="115000"/>
              </a:lnSpc>
              <a:spcBef>
                <a:spcPts val="1200"/>
              </a:spcBef>
              <a:spcAft>
                <a:spcPts val="1200"/>
              </a:spcAft>
              <a:buClr>
                <a:schemeClr val="dk1"/>
              </a:buClr>
              <a:buSzPts val="1100"/>
              <a:buNone/>
            </a:pPr>
            <a:endParaRPr sz="2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4"/>
          <p:cNvSpPr txBox="1">
            <a:spLocks noGrp="1"/>
          </p:cNvSpPr>
          <p:nvPr>
            <p:ph type="title"/>
          </p:nvPr>
        </p:nvSpPr>
        <p:spPr>
          <a:xfrm>
            <a:off x="666750" y="515150"/>
            <a:ext cx="4997700" cy="857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2"/>
              </a:buClr>
              <a:buSzPts val="3600"/>
              <a:buFont typeface="Arial"/>
              <a:buNone/>
            </a:pPr>
            <a:r>
              <a:rPr lang="zh-CN" sz="3500"/>
              <a:t>Who Cares &amp; Why</a:t>
            </a:r>
            <a:endParaRPr sz="3500"/>
          </a:p>
        </p:txBody>
      </p:sp>
      <p:sp>
        <p:nvSpPr>
          <p:cNvPr id="131" name="Google Shape;131;p4"/>
          <p:cNvSpPr/>
          <p:nvPr/>
        </p:nvSpPr>
        <p:spPr>
          <a:xfrm>
            <a:off x="3382608" y="2124779"/>
            <a:ext cx="2591756" cy="2592022"/>
          </a:xfrm>
          <a:prstGeom prst="ellipse">
            <a:avLst/>
          </a:prstGeom>
          <a:solidFill>
            <a:srgbClr val="BFBFBF">
              <a:alpha val="20000"/>
            </a:srgbClr>
          </a:solidFill>
          <a:ln>
            <a:noFill/>
          </a:ln>
        </p:spPr>
        <p:txBody>
          <a:bodyPr spcFirstLastPara="1" wrap="square" lIns="89275" tIns="44625" rIns="89275" bIns="44625" anchor="ctr" anchorCtr="0">
            <a:noAutofit/>
          </a:bodyPr>
          <a:lstStyle/>
          <a:p>
            <a:pPr marL="0" marR="0" lvl="0" indent="0" algn="l" rtl="0">
              <a:spcBef>
                <a:spcPts val="0"/>
              </a:spcBef>
              <a:spcAft>
                <a:spcPts val="0"/>
              </a:spcAft>
              <a:buNone/>
            </a:pPr>
            <a:endParaRPr sz="1757" b="0" i="0" u="none" strike="noStrike" cap="none">
              <a:solidFill>
                <a:schemeClr val="dk1"/>
              </a:solidFill>
              <a:latin typeface="Arial"/>
              <a:ea typeface="Arial"/>
              <a:cs typeface="Arial"/>
              <a:sym typeface="Arial"/>
            </a:endParaRPr>
          </a:p>
        </p:txBody>
      </p:sp>
      <p:grpSp>
        <p:nvGrpSpPr>
          <p:cNvPr id="132" name="Google Shape;132;p4"/>
          <p:cNvGrpSpPr/>
          <p:nvPr/>
        </p:nvGrpSpPr>
        <p:grpSpPr>
          <a:xfrm>
            <a:off x="3382615" y="2809903"/>
            <a:ext cx="2591756" cy="725651"/>
            <a:chOff x="-155836" y="2871698"/>
            <a:chExt cx="2654400" cy="743114"/>
          </a:xfrm>
        </p:grpSpPr>
        <p:sp>
          <p:nvSpPr>
            <p:cNvPr id="133" name="Google Shape;133;p4"/>
            <p:cNvSpPr txBox="1"/>
            <p:nvPr/>
          </p:nvSpPr>
          <p:spPr>
            <a:xfrm>
              <a:off x="271080" y="2871698"/>
              <a:ext cx="1800600" cy="340800"/>
            </a:xfrm>
            <a:prstGeom prst="rect">
              <a:avLst/>
            </a:prstGeom>
            <a:noFill/>
            <a:ln>
              <a:noFill/>
            </a:ln>
          </p:spPr>
          <p:txBody>
            <a:bodyPr spcFirstLastPara="1" wrap="square" lIns="87875" tIns="45725" rIns="87875" bIns="45725" anchor="b" anchorCtr="0">
              <a:noAutofit/>
            </a:bodyPr>
            <a:lstStyle/>
            <a:p>
              <a:pPr marL="0" marR="0" lvl="0" indent="0" algn="ctr" rtl="0">
                <a:lnSpc>
                  <a:spcPct val="100000"/>
                </a:lnSpc>
                <a:spcBef>
                  <a:spcPts val="0"/>
                </a:spcBef>
                <a:spcAft>
                  <a:spcPts val="0"/>
                </a:spcAft>
                <a:buNone/>
              </a:pPr>
              <a:r>
                <a:rPr lang="zh-CN" sz="1775" b="1">
                  <a:solidFill>
                    <a:schemeClr val="dk1"/>
                  </a:solidFill>
                </a:rPr>
                <a:t>Distributors / Suppliers</a:t>
              </a:r>
              <a:endParaRPr sz="1775" b="1" i="0" u="none" strike="noStrike" cap="none">
                <a:solidFill>
                  <a:schemeClr val="dk1"/>
                </a:solidFill>
                <a:latin typeface="Arial"/>
                <a:ea typeface="Arial"/>
                <a:cs typeface="Arial"/>
                <a:sym typeface="Arial"/>
              </a:endParaRPr>
            </a:p>
          </p:txBody>
        </p:sp>
        <p:sp>
          <p:nvSpPr>
            <p:cNvPr id="134" name="Google Shape;134;p4"/>
            <p:cNvSpPr/>
            <p:nvPr/>
          </p:nvSpPr>
          <p:spPr>
            <a:xfrm flipH="1">
              <a:off x="-155836" y="3212512"/>
              <a:ext cx="2654400" cy="402300"/>
            </a:xfrm>
            <a:prstGeom prst="rect">
              <a:avLst/>
            </a:prstGeom>
            <a:noFill/>
            <a:ln>
              <a:noFill/>
            </a:ln>
          </p:spPr>
          <p:txBody>
            <a:bodyPr spcFirstLastPara="1" wrap="square" lIns="87875" tIns="45725" rIns="87875" bIns="45725" anchor="t" anchorCtr="0">
              <a:noAutofit/>
            </a:bodyPr>
            <a:lstStyle/>
            <a:p>
              <a:pPr marL="0" marR="0" lvl="0" indent="0" algn="ctr" rtl="0">
                <a:lnSpc>
                  <a:spcPct val="120000"/>
                </a:lnSpc>
                <a:spcBef>
                  <a:spcPts val="0"/>
                </a:spcBef>
                <a:spcAft>
                  <a:spcPts val="0"/>
                </a:spcAft>
                <a:buNone/>
              </a:pPr>
              <a:r>
                <a:rPr lang="zh-CN" sz="1598">
                  <a:solidFill>
                    <a:schemeClr val="dk1"/>
                  </a:solidFill>
                </a:rPr>
                <a:t>Need better demand forecasts to plan production and logistics</a:t>
              </a:r>
              <a:endParaRPr sz="1598"/>
            </a:p>
          </p:txBody>
        </p:sp>
      </p:grpSp>
      <p:sp>
        <p:nvSpPr>
          <p:cNvPr id="135" name="Google Shape;135;p4"/>
          <p:cNvSpPr/>
          <p:nvPr/>
        </p:nvSpPr>
        <p:spPr>
          <a:xfrm>
            <a:off x="4414860" y="1879563"/>
            <a:ext cx="527256" cy="527310"/>
          </a:xfrm>
          <a:prstGeom prst="ellipse">
            <a:avLst/>
          </a:prstGeom>
          <a:solidFill>
            <a:schemeClr val="accent1"/>
          </a:solidFill>
          <a:ln>
            <a:noFill/>
          </a:ln>
        </p:spPr>
        <p:txBody>
          <a:bodyPr spcFirstLastPara="1" wrap="square" lIns="89275" tIns="44625" rIns="89275" bIns="44625" anchor="ctr" anchorCtr="0">
            <a:normAutofit/>
          </a:bodyPr>
          <a:lstStyle/>
          <a:p>
            <a:pPr marL="0" marR="0" lvl="0" indent="0" algn="ctr" rtl="0">
              <a:lnSpc>
                <a:spcPct val="90000"/>
              </a:lnSpc>
              <a:spcBef>
                <a:spcPts val="0"/>
              </a:spcBef>
              <a:spcAft>
                <a:spcPts val="0"/>
              </a:spcAft>
              <a:buNone/>
            </a:pPr>
            <a:endParaRPr sz="1952" b="1" i="0" u="none" strike="noStrike" cap="none">
              <a:solidFill>
                <a:schemeClr val="lt1"/>
              </a:solidFill>
              <a:latin typeface="Arial"/>
              <a:ea typeface="Arial"/>
              <a:cs typeface="Arial"/>
              <a:sym typeface="Arial"/>
            </a:endParaRPr>
          </a:p>
        </p:txBody>
      </p:sp>
      <p:sp>
        <p:nvSpPr>
          <p:cNvPr id="136" name="Google Shape;136;p4"/>
          <p:cNvSpPr/>
          <p:nvPr/>
        </p:nvSpPr>
        <p:spPr>
          <a:xfrm>
            <a:off x="672525" y="3789275"/>
            <a:ext cx="2710096" cy="2592022"/>
          </a:xfrm>
          <a:prstGeom prst="ellipse">
            <a:avLst/>
          </a:prstGeom>
          <a:solidFill>
            <a:srgbClr val="BFBFBF">
              <a:alpha val="20000"/>
            </a:srgbClr>
          </a:solidFill>
          <a:ln>
            <a:noFill/>
          </a:ln>
        </p:spPr>
        <p:txBody>
          <a:bodyPr spcFirstLastPara="1" wrap="square" lIns="89275" tIns="44625" rIns="89275" bIns="44625" anchor="ctr" anchorCtr="0">
            <a:noAutofit/>
          </a:bodyPr>
          <a:lstStyle/>
          <a:p>
            <a:pPr marL="0" marR="0" lvl="0" indent="0" algn="l" rtl="0">
              <a:spcBef>
                <a:spcPts val="0"/>
              </a:spcBef>
              <a:spcAft>
                <a:spcPts val="0"/>
              </a:spcAft>
              <a:buNone/>
            </a:pPr>
            <a:endParaRPr sz="1757" b="0" i="0" u="none" strike="noStrike" cap="none">
              <a:solidFill>
                <a:schemeClr val="dk1"/>
              </a:solidFill>
              <a:latin typeface="Arial"/>
              <a:ea typeface="Arial"/>
              <a:cs typeface="Arial"/>
              <a:sym typeface="Arial"/>
            </a:endParaRPr>
          </a:p>
        </p:txBody>
      </p:sp>
      <p:grpSp>
        <p:nvGrpSpPr>
          <p:cNvPr id="137" name="Google Shape;137;p4"/>
          <p:cNvGrpSpPr/>
          <p:nvPr/>
        </p:nvGrpSpPr>
        <p:grpSpPr>
          <a:xfrm>
            <a:off x="790845" y="4456899"/>
            <a:ext cx="2591756" cy="874580"/>
            <a:chOff x="942600" y="4558329"/>
            <a:chExt cx="2654400" cy="895628"/>
          </a:xfrm>
        </p:grpSpPr>
        <p:sp>
          <p:nvSpPr>
            <p:cNvPr id="138" name="Google Shape;138;p4"/>
            <p:cNvSpPr txBox="1"/>
            <p:nvPr/>
          </p:nvSpPr>
          <p:spPr>
            <a:xfrm>
              <a:off x="1305901" y="4558329"/>
              <a:ext cx="1927800" cy="340800"/>
            </a:xfrm>
            <a:prstGeom prst="rect">
              <a:avLst/>
            </a:prstGeom>
            <a:noFill/>
            <a:ln>
              <a:noFill/>
            </a:ln>
          </p:spPr>
          <p:txBody>
            <a:bodyPr spcFirstLastPara="1" wrap="square" lIns="87875" tIns="45725" rIns="87875" bIns="45725" anchor="b" anchorCtr="0">
              <a:noAutofit/>
            </a:bodyPr>
            <a:lstStyle/>
            <a:p>
              <a:pPr marL="0" marR="0" lvl="0" indent="0" algn="ctr" rtl="0">
                <a:lnSpc>
                  <a:spcPct val="100000"/>
                </a:lnSpc>
                <a:spcBef>
                  <a:spcPts val="0"/>
                </a:spcBef>
                <a:spcAft>
                  <a:spcPts val="0"/>
                </a:spcAft>
                <a:buNone/>
              </a:pPr>
              <a:r>
                <a:rPr lang="zh-CN" sz="1775" b="1">
                  <a:solidFill>
                    <a:schemeClr val="dk1"/>
                  </a:solidFill>
                </a:rPr>
                <a:t>Retailers (Liquor stores)</a:t>
              </a:r>
              <a:endParaRPr sz="1775"/>
            </a:p>
          </p:txBody>
        </p:sp>
        <p:sp>
          <p:nvSpPr>
            <p:cNvPr id="139" name="Google Shape;139;p4"/>
            <p:cNvSpPr/>
            <p:nvPr/>
          </p:nvSpPr>
          <p:spPr>
            <a:xfrm flipH="1">
              <a:off x="942600" y="5051657"/>
              <a:ext cx="2654400" cy="402300"/>
            </a:xfrm>
            <a:prstGeom prst="rect">
              <a:avLst/>
            </a:prstGeom>
            <a:noFill/>
            <a:ln>
              <a:noFill/>
            </a:ln>
          </p:spPr>
          <p:txBody>
            <a:bodyPr spcFirstLastPara="1" wrap="square" lIns="87875" tIns="45725" rIns="87875" bIns="45725" anchor="t" anchorCtr="0">
              <a:noAutofit/>
            </a:bodyPr>
            <a:lstStyle/>
            <a:p>
              <a:pPr marL="0" marR="0" lvl="0" indent="0" algn="ctr" rtl="0">
                <a:lnSpc>
                  <a:spcPct val="120000"/>
                </a:lnSpc>
                <a:spcBef>
                  <a:spcPts val="0"/>
                </a:spcBef>
                <a:spcAft>
                  <a:spcPts val="0"/>
                </a:spcAft>
                <a:buNone/>
              </a:pPr>
              <a:r>
                <a:rPr lang="zh-CN" sz="1598">
                  <a:solidFill>
                    <a:schemeClr val="dk1"/>
                  </a:solidFill>
                </a:rPr>
                <a:t>Want to optimize stock levels, avoid stockouts and overstock</a:t>
              </a:r>
              <a:endParaRPr sz="1598"/>
            </a:p>
          </p:txBody>
        </p:sp>
      </p:grpSp>
      <p:sp>
        <p:nvSpPr>
          <p:cNvPr id="140" name="Google Shape;140;p4"/>
          <p:cNvSpPr/>
          <p:nvPr/>
        </p:nvSpPr>
        <p:spPr>
          <a:xfrm>
            <a:off x="1822827" y="3545800"/>
            <a:ext cx="527256" cy="527310"/>
          </a:xfrm>
          <a:prstGeom prst="ellipse">
            <a:avLst/>
          </a:prstGeom>
          <a:solidFill>
            <a:srgbClr val="7F7F7F"/>
          </a:solidFill>
          <a:ln>
            <a:noFill/>
          </a:ln>
        </p:spPr>
        <p:txBody>
          <a:bodyPr spcFirstLastPara="1" wrap="square" lIns="105475" tIns="105475" rIns="105475" bIns="105475" anchor="ctr" anchorCtr="0">
            <a:noAutofit/>
          </a:bodyPr>
          <a:lstStyle/>
          <a:p>
            <a:pPr marL="0" marR="0" lvl="0" indent="0" algn="ctr" rtl="0">
              <a:spcBef>
                <a:spcPts val="0"/>
              </a:spcBef>
              <a:spcAft>
                <a:spcPts val="0"/>
              </a:spcAft>
              <a:buNone/>
            </a:pPr>
            <a:endParaRPr sz="1952" b="1" i="0" u="none" strike="noStrike" cap="none">
              <a:solidFill>
                <a:schemeClr val="lt1"/>
              </a:solidFill>
              <a:latin typeface="Arial"/>
              <a:ea typeface="Arial"/>
              <a:cs typeface="Arial"/>
              <a:sym typeface="Arial"/>
            </a:endParaRPr>
          </a:p>
        </p:txBody>
      </p:sp>
      <p:grpSp>
        <p:nvGrpSpPr>
          <p:cNvPr id="141" name="Google Shape;141;p4"/>
          <p:cNvGrpSpPr/>
          <p:nvPr/>
        </p:nvGrpSpPr>
        <p:grpSpPr>
          <a:xfrm>
            <a:off x="5755650" y="2132992"/>
            <a:ext cx="5402859" cy="4395191"/>
            <a:chOff x="888463" y="1506620"/>
            <a:chExt cx="5533448" cy="4500964"/>
          </a:xfrm>
        </p:grpSpPr>
        <p:sp>
          <p:nvSpPr>
            <p:cNvPr id="142" name="Google Shape;142;p4"/>
            <p:cNvSpPr/>
            <p:nvPr/>
          </p:nvSpPr>
          <p:spPr>
            <a:xfrm>
              <a:off x="3664063" y="1506620"/>
              <a:ext cx="2654400" cy="2654400"/>
            </a:xfrm>
            <a:prstGeom prst="ellipse">
              <a:avLst/>
            </a:prstGeom>
            <a:solidFill>
              <a:srgbClr val="BFBFBF">
                <a:alpha val="20000"/>
              </a:srgbClr>
            </a:solidFill>
            <a:ln>
              <a:noFill/>
            </a:ln>
          </p:spPr>
          <p:txBody>
            <a:bodyPr spcFirstLastPara="1" wrap="square" lIns="89275" tIns="44625" rIns="89275" bIns="44625" anchor="ctr" anchorCtr="0">
              <a:noAutofit/>
            </a:bodyPr>
            <a:lstStyle/>
            <a:p>
              <a:pPr marL="0" marR="0" lvl="0" indent="0" algn="l" rtl="0">
                <a:spcBef>
                  <a:spcPts val="0"/>
                </a:spcBef>
                <a:spcAft>
                  <a:spcPts val="0"/>
                </a:spcAft>
                <a:buNone/>
              </a:pPr>
              <a:endParaRPr sz="1757" b="0" i="0" u="none" strike="noStrike" cap="none">
                <a:solidFill>
                  <a:schemeClr val="dk1"/>
                </a:solidFill>
                <a:latin typeface="Arial"/>
                <a:ea typeface="Arial"/>
                <a:cs typeface="Arial"/>
                <a:sym typeface="Arial"/>
              </a:endParaRPr>
            </a:p>
          </p:txBody>
        </p:sp>
        <p:grpSp>
          <p:nvGrpSpPr>
            <p:cNvPr id="143" name="Google Shape;143;p4"/>
            <p:cNvGrpSpPr/>
            <p:nvPr/>
          </p:nvGrpSpPr>
          <p:grpSpPr>
            <a:xfrm>
              <a:off x="3708542" y="2280361"/>
              <a:ext cx="2713369" cy="825516"/>
              <a:chOff x="-111351" y="2663067"/>
              <a:chExt cx="2713369" cy="825516"/>
            </a:xfrm>
          </p:grpSpPr>
          <p:sp>
            <p:nvSpPr>
              <p:cNvPr id="144" name="Google Shape;144;p4"/>
              <p:cNvSpPr txBox="1"/>
              <p:nvPr/>
            </p:nvSpPr>
            <p:spPr>
              <a:xfrm>
                <a:off x="-111351" y="2663067"/>
                <a:ext cx="2562900" cy="340800"/>
              </a:xfrm>
              <a:prstGeom prst="rect">
                <a:avLst/>
              </a:prstGeom>
              <a:noFill/>
              <a:ln>
                <a:noFill/>
              </a:ln>
            </p:spPr>
            <p:txBody>
              <a:bodyPr spcFirstLastPara="1" wrap="square" lIns="87875" tIns="45725" rIns="87875" bIns="45725" anchor="b" anchorCtr="0">
                <a:noAutofit/>
              </a:bodyPr>
              <a:lstStyle/>
              <a:p>
                <a:pPr marL="0" marR="0" lvl="0" indent="0" algn="ctr" rtl="0">
                  <a:lnSpc>
                    <a:spcPct val="100000"/>
                  </a:lnSpc>
                  <a:spcBef>
                    <a:spcPts val="0"/>
                  </a:spcBef>
                  <a:spcAft>
                    <a:spcPts val="0"/>
                  </a:spcAft>
                  <a:buNone/>
                </a:pPr>
                <a:r>
                  <a:rPr lang="zh-CN" sz="1700" b="1">
                    <a:solidFill>
                      <a:schemeClr val="dk1"/>
                    </a:solidFill>
                  </a:rPr>
                  <a:t>Data Scientists &amp; Business Analysts</a:t>
                </a:r>
                <a:endParaRPr sz="1700" b="1" i="0" u="none" strike="noStrike" cap="none">
                  <a:solidFill>
                    <a:schemeClr val="dk1"/>
                  </a:solidFill>
                  <a:latin typeface="Arial"/>
                  <a:ea typeface="Arial"/>
                  <a:cs typeface="Arial"/>
                  <a:sym typeface="Arial"/>
                </a:endParaRPr>
              </a:p>
            </p:txBody>
          </p:sp>
          <p:sp>
            <p:nvSpPr>
              <p:cNvPr id="145" name="Google Shape;145;p4"/>
              <p:cNvSpPr/>
              <p:nvPr/>
            </p:nvSpPr>
            <p:spPr>
              <a:xfrm flipH="1">
                <a:off x="-52382" y="3086283"/>
                <a:ext cx="2654400" cy="402300"/>
              </a:xfrm>
              <a:prstGeom prst="rect">
                <a:avLst/>
              </a:prstGeom>
              <a:noFill/>
              <a:ln>
                <a:noFill/>
              </a:ln>
            </p:spPr>
            <p:txBody>
              <a:bodyPr spcFirstLastPara="1" wrap="square" lIns="87875" tIns="45725" rIns="87875" bIns="45725" anchor="t" anchorCtr="0">
                <a:noAutofit/>
              </a:bodyPr>
              <a:lstStyle/>
              <a:p>
                <a:pPr marL="0" marR="0" lvl="0" indent="0" algn="ctr" rtl="0">
                  <a:lnSpc>
                    <a:spcPct val="120000"/>
                  </a:lnSpc>
                  <a:spcBef>
                    <a:spcPts val="0"/>
                  </a:spcBef>
                  <a:spcAft>
                    <a:spcPts val="0"/>
                  </a:spcAft>
                  <a:buNone/>
                </a:pPr>
                <a:r>
                  <a:rPr lang="zh-CN" sz="1598">
                    <a:solidFill>
                      <a:schemeClr val="dk1"/>
                    </a:solidFill>
                  </a:rPr>
                  <a:t>Real-world case of using public data + ML for demand forecasting</a:t>
                </a:r>
                <a:endParaRPr sz="1598"/>
              </a:p>
            </p:txBody>
          </p:sp>
        </p:grpSp>
        <p:grpSp>
          <p:nvGrpSpPr>
            <p:cNvPr id="146" name="Google Shape;146;p4"/>
            <p:cNvGrpSpPr/>
            <p:nvPr/>
          </p:nvGrpSpPr>
          <p:grpSpPr>
            <a:xfrm>
              <a:off x="888463" y="3395184"/>
              <a:ext cx="2775600" cy="2612400"/>
              <a:chOff x="539213" y="3395184"/>
              <a:chExt cx="2775600" cy="2612400"/>
            </a:xfrm>
          </p:grpSpPr>
          <p:sp>
            <p:nvSpPr>
              <p:cNvPr id="147" name="Google Shape;147;p4"/>
              <p:cNvSpPr/>
              <p:nvPr/>
            </p:nvSpPr>
            <p:spPr>
              <a:xfrm>
                <a:off x="539213" y="3395184"/>
                <a:ext cx="2775600" cy="2612400"/>
              </a:xfrm>
              <a:prstGeom prst="ellipse">
                <a:avLst/>
              </a:prstGeom>
              <a:solidFill>
                <a:srgbClr val="BFBFBF">
                  <a:alpha val="20000"/>
                </a:srgbClr>
              </a:solidFill>
              <a:ln>
                <a:noFill/>
              </a:ln>
            </p:spPr>
            <p:txBody>
              <a:bodyPr spcFirstLastPara="1" wrap="square" lIns="89275" tIns="44625" rIns="89275" bIns="44625" anchor="ctr" anchorCtr="0">
                <a:noAutofit/>
              </a:bodyPr>
              <a:lstStyle/>
              <a:p>
                <a:pPr marL="0" marR="0" lvl="0" indent="0" algn="l" rtl="0">
                  <a:spcBef>
                    <a:spcPts val="0"/>
                  </a:spcBef>
                  <a:spcAft>
                    <a:spcPts val="0"/>
                  </a:spcAft>
                  <a:buNone/>
                </a:pPr>
                <a:endParaRPr sz="1757" b="0" i="0" u="none" strike="noStrike" cap="none">
                  <a:solidFill>
                    <a:schemeClr val="dk1"/>
                  </a:solidFill>
                  <a:latin typeface="Arial"/>
                  <a:ea typeface="Arial"/>
                  <a:cs typeface="Arial"/>
                  <a:sym typeface="Arial"/>
                </a:endParaRPr>
              </a:p>
            </p:txBody>
          </p:sp>
          <p:grpSp>
            <p:nvGrpSpPr>
              <p:cNvPr id="148" name="Google Shape;148;p4"/>
              <p:cNvGrpSpPr/>
              <p:nvPr/>
            </p:nvGrpSpPr>
            <p:grpSpPr>
              <a:xfrm>
                <a:off x="599511" y="4328133"/>
                <a:ext cx="2715282" cy="743117"/>
                <a:chOff x="881718" y="4710839"/>
                <a:chExt cx="2715282" cy="743117"/>
              </a:xfrm>
            </p:grpSpPr>
            <p:sp>
              <p:nvSpPr>
                <p:cNvPr id="149" name="Google Shape;149;p4"/>
                <p:cNvSpPr txBox="1"/>
                <p:nvPr/>
              </p:nvSpPr>
              <p:spPr>
                <a:xfrm>
                  <a:off x="881718" y="4710839"/>
                  <a:ext cx="2654400" cy="340800"/>
                </a:xfrm>
                <a:prstGeom prst="rect">
                  <a:avLst/>
                </a:prstGeom>
                <a:noFill/>
                <a:ln>
                  <a:noFill/>
                </a:ln>
              </p:spPr>
              <p:txBody>
                <a:bodyPr spcFirstLastPara="1" wrap="square" lIns="87875" tIns="45725" rIns="87875" bIns="45725" anchor="b" anchorCtr="0">
                  <a:noAutofit/>
                </a:bodyPr>
                <a:lstStyle/>
                <a:p>
                  <a:pPr marL="0" marR="0" lvl="0" indent="0" algn="ctr" rtl="0">
                    <a:lnSpc>
                      <a:spcPct val="100000"/>
                    </a:lnSpc>
                    <a:spcBef>
                      <a:spcPts val="0"/>
                    </a:spcBef>
                    <a:spcAft>
                      <a:spcPts val="0"/>
                    </a:spcAft>
                    <a:buNone/>
                  </a:pPr>
                  <a:r>
                    <a:rPr lang="zh-CN" sz="1600" b="1">
                      <a:solidFill>
                        <a:schemeClr val="dk1"/>
                      </a:solidFill>
                    </a:rPr>
                    <a:t>Policy Makers (Iowa ABD / State Government)</a:t>
                  </a:r>
                  <a:endParaRPr sz="1600"/>
                </a:p>
              </p:txBody>
            </p:sp>
            <p:sp>
              <p:nvSpPr>
                <p:cNvPr id="150" name="Google Shape;150;p4"/>
                <p:cNvSpPr/>
                <p:nvPr/>
              </p:nvSpPr>
              <p:spPr>
                <a:xfrm flipH="1">
                  <a:off x="942600" y="5051657"/>
                  <a:ext cx="2654400" cy="402300"/>
                </a:xfrm>
                <a:prstGeom prst="rect">
                  <a:avLst/>
                </a:prstGeom>
                <a:noFill/>
                <a:ln>
                  <a:noFill/>
                </a:ln>
              </p:spPr>
              <p:txBody>
                <a:bodyPr spcFirstLastPara="1" wrap="square" lIns="87875" tIns="45725" rIns="87875" bIns="45725" anchor="t" anchorCtr="0">
                  <a:noAutofit/>
                </a:bodyPr>
                <a:lstStyle/>
                <a:p>
                  <a:pPr marL="0" marR="0" lvl="0" indent="0" algn="ctr" rtl="0">
                    <a:lnSpc>
                      <a:spcPct val="120000"/>
                    </a:lnSpc>
                    <a:spcBef>
                      <a:spcPts val="0"/>
                    </a:spcBef>
                    <a:spcAft>
                      <a:spcPts val="0"/>
                    </a:spcAft>
                    <a:buNone/>
                  </a:pPr>
                  <a:r>
                    <a:rPr lang="zh-CN" sz="1598">
                      <a:solidFill>
                        <a:schemeClr val="dk1"/>
                      </a:solidFill>
                    </a:rPr>
                    <a:t>Monitor consumption patterns and tax revenues at regional level</a:t>
                  </a:r>
                  <a:endParaRPr sz="1598"/>
                </a:p>
              </p:txBody>
            </p:sp>
          </p:grpSp>
        </p:grpSp>
      </p:grpSp>
      <p:sp>
        <p:nvSpPr>
          <p:cNvPr id="151" name="Google Shape;151;p4"/>
          <p:cNvSpPr/>
          <p:nvPr/>
        </p:nvSpPr>
        <p:spPr>
          <a:xfrm>
            <a:off x="6891353" y="3797353"/>
            <a:ext cx="540000" cy="540000"/>
          </a:xfrm>
          <a:prstGeom prst="roundRect">
            <a:avLst>
              <a:gd name="adj" fmla="val 50000"/>
            </a:avLst>
          </a:prstGeom>
          <a:solidFill>
            <a:schemeClr val="accent2"/>
          </a:solidFill>
          <a:ln>
            <a:noFill/>
          </a:ln>
          <a:effectLst>
            <a:outerShdw blurRad="127000" dist="63500" dir="2700000" algn="tl" rotWithShape="0">
              <a:schemeClr val="accent2">
                <a:alpha val="40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2" name="Google Shape;152;p4"/>
          <p:cNvSpPr/>
          <p:nvPr/>
        </p:nvSpPr>
        <p:spPr>
          <a:xfrm>
            <a:off x="9490409" y="1879584"/>
            <a:ext cx="540000" cy="540000"/>
          </a:xfrm>
          <a:prstGeom prst="roundRect">
            <a:avLst>
              <a:gd name="adj" fmla="val 50000"/>
            </a:avLst>
          </a:prstGeom>
          <a:solidFill>
            <a:schemeClr val="accent3"/>
          </a:solidFill>
          <a:ln>
            <a:noFill/>
          </a:ln>
          <a:effectLst>
            <a:outerShdw blurRad="127000" dist="63500" dir="2700000" algn="tl" rotWithShape="0">
              <a:schemeClr val="accent3">
                <a:alpha val="40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53" name="Google Shape;153;p4"/>
          <p:cNvPicPr preferRelativeResize="0"/>
          <p:nvPr/>
        </p:nvPicPr>
        <p:blipFill>
          <a:blip r:embed="rId3">
            <a:alphaModFix/>
          </a:blip>
          <a:stretch>
            <a:fillRect/>
          </a:stretch>
        </p:blipFill>
        <p:spPr>
          <a:xfrm>
            <a:off x="4414850" y="1846320"/>
            <a:ext cx="527275" cy="527275"/>
          </a:xfrm>
          <a:prstGeom prst="rect">
            <a:avLst/>
          </a:prstGeom>
          <a:noFill/>
          <a:ln>
            <a:noFill/>
          </a:ln>
        </p:spPr>
      </p:pic>
      <p:pic>
        <p:nvPicPr>
          <p:cNvPr id="154" name="Google Shape;154;p4"/>
          <p:cNvPicPr preferRelativeResize="0"/>
          <p:nvPr/>
        </p:nvPicPr>
        <p:blipFill>
          <a:blip r:embed="rId4">
            <a:alphaModFix/>
          </a:blip>
          <a:stretch>
            <a:fillRect/>
          </a:stretch>
        </p:blipFill>
        <p:spPr>
          <a:xfrm>
            <a:off x="1876870" y="3599225"/>
            <a:ext cx="420475" cy="420475"/>
          </a:xfrm>
          <a:prstGeom prst="rect">
            <a:avLst/>
          </a:prstGeom>
          <a:noFill/>
          <a:ln>
            <a:noFill/>
          </a:ln>
        </p:spPr>
      </p:pic>
      <p:pic>
        <p:nvPicPr>
          <p:cNvPr id="155" name="Google Shape;155;p4"/>
          <p:cNvPicPr preferRelativeResize="0"/>
          <p:nvPr/>
        </p:nvPicPr>
        <p:blipFill>
          <a:blip r:embed="rId5">
            <a:alphaModFix/>
          </a:blip>
          <a:stretch>
            <a:fillRect/>
          </a:stretch>
        </p:blipFill>
        <p:spPr>
          <a:xfrm>
            <a:off x="6951113" y="3857111"/>
            <a:ext cx="420475" cy="420475"/>
          </a:xfrm>
          <a:prstGeom prst="rect">
            <a:avLst/>
          </a:prstGeom>
          <a:noFill/>
          <a:ln>
            <a:noFill/>
          </a:ln>
        </p:spPr>
      </p:pic>
      <p:pic>
        <p:nvPicPr>
          <p:cNvPr id="156" name="Google Shape;156;p4"/>
          <p:cNvPicPr preferRelativeResize="0"/>
          <p:nvPr/>
        </p:nvPicPr>
        <p:blipFill>
          <a:blip r:embed="rId6">
            <a:alphaModFix/>
          </a:blip>
          <a:stretch>
            <a:fillRect/>
          </a:stretch>
        </p:blipFill>
        <p:spPr>
          <a:xfrm>
            <a:off x="9550155" y="1912910"/>
            <a:ext cx="420475" cy="420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grpSp>
        <p:nvGrpSpPr>
          <p:cNvPr id="161" name="Google Shape;161;g3af25aee5e6_0_37"/>
          <p:cNvGrpSpPr/>
          <p:nvPr/>
        </p:nvGrpSpPr>
        <p:grpSpPr>
          <a:xfrm>
            <a:off x="516925" y="1193275"/>
            <a:ext cx="11583165" cy="5396206"/>
            <a:chOff x="-13329857" y="-6194612"/>
            <a:chExt cx="25175320" cy="11728334"/>
          </a:xfrm>
        </p:grpSpPr>
        <p:sp>
          <p:nvSpPr>
            <p:cNvPr id="162" name="Google Shape;162;g3af25aee5e6_0_37"/>
            <p:cNvSpPr txBox="1"/>
            <p:nvPr/>
          </p:nvSpPr>
          <p:spPr>
            <a:xfrm>
              <a:off x="-13329857" y="-6194612"/>
              <a:ext cx="24863400" cy="6388500"/>
            </a:xfrm>
            <a:prstGeom prst="rect">
              <a:avLst/>
            </a:prstGeom>
            <a:noFill/>
            <a:ln>
              <a:noFill/>
            </a:ln>
          </p:spPr>
          <p:txBody>
            <a:bodyPr spcFirstLastPara="1" wrap="square" lIns="42050" tIns="21025" rIns="42050" bIns="21025" anchor="t" anchorCtr="0">
              <a:spAutoFit/>
            </a:bodyPr>
            <a:lstStyle/>
            <a:p>
              <a:pPr marL="457200" lvl="0" indent="-348108" algn="l" rtl="0">
                <a:spcBef>
                  <a:spcPts val="0"/>
                </a:spcBef>
                <a:spcAft>
                  <a:spcPts val="0"/>
                </a:spcAft>
                <a:buClr>
                  <a:schemeClr val="dk1"/>
                </a:buClr>
                <a:buSzPts val="1882"/>
                <a:buChar char="●"/>
              </a:pPr>
              <a:r>
                <a:rPr lang="zh-CN" sz="1882" b="1">
                  <a:solidFill>
                    <a:schemeClr val="dk1"/>
                  </a:solidFill>
                </a:rPr>
                <a:t>Source: Kaggle, collected by the Iowa Department of Commerce – Alcoholic Beverages Division</a:t>
              </a:r>
              <a:endParaRPr sz="1882" b="1">
                <a:solidFill>
                  <a:schemeClr val="dk1"/>
                </a:solidFill>
              </a:endParaRPr>
            </a:p>
            <a:p>
              <a:pPr marL="457200" lvl="0" indent="0" algn="l" rtl="0">
                <a:spcBef>
                  <a:spcPts val="0"/>
                </a:spcBef>
                <a:spcAft>
                  <a:spcPts val="0"/>
                </a:spcAft>
                <a:buNone/>
              </a:pPr>
              <a:endParaRPr sz="1882" b="1">
                <a:solidFill>
                  <a:schemeClr val="dk1"/>
                </a:solidFill>
              </a:endParaRPr>
            </a:p>
            <a:p>
              <a:pPr marL="457200" lvl="0" indent="-348108" algn="l" rtl="0">
                <a:spcBef>
                  <a:spcPts val="0"/>
                </a:spcBef>
                <a:spcAft>
                  <a:spcPts val="0"/>
                </a:spcAft>
                <a:buClr>
                  <a:schemeClr val="dk1"/>
                </a:buClr>
                <a:buSzPts val="1882"/>
                <a:buChar char="●"/>
              </a:pPr>
              <a:r>
                <a:rPr lang="zh-CN" sz="1882" b="1">
                  <a:solidFill>
                    <a:schemeClr val="dk1"/>
                  </a:solidFill>
                </a:rPr>
                <a:t>Raw data: ≈ 25M transactions, from 2012 to recent years.</a:t>
              </a:r>
              <a:endParaRPr sz="1882" b="1">
                <a:solidFill>
                  <a:schemeClr val="dk1"/>
                </a:solidFill>
              </a:endParaRPr>
            </a:p>
            <a:p>
              <a:pPr marL="457200" lvl="0" indent="0" algn="l" rtl="0">
                <a:spcBef>
                  <a:spcPts val="0"/>
                </a:spcBef>
                <a:spcAft>
                  <a:spcPts val="0"/>
                </a:spcAft>
                <a:buNone/>
              </a:pPr>
              <a:endParaRPr sz="1882" b="1">
                <a:solidFill>
                  <a:schemeClr val="dk1"/>
                </a:solidFill>
              </a:endParaRPr>
            </a:p>
            <a:p>
              <a:pPr marL="457200" lvl="0" indent="-348108" algn="l" rtl="0">
                <a:spcBef>
                  <a:spcPts val="0"/>
                </a:spcBef>
                <a:spcAft>
                  <a:spcPts val="0"/>
                </a:spcAft>
                <a:buClr>
                  <a:schemeClr val="dk1"/>
                </a:buClr>
                <a:buSzPts val="1882"/>
                <a:buChar char="●"/>
              </a:pPr>
              <a:r>
                <a:rPr lang="zh-CN" sz="1882" b="1">
                  <a:solidFill>
                    <a:schemeClr val="dk1"/>
                  </a:solidFill>
                </a:rPr>
                <a:t>Each row: date, store, city/county, product category, volume, prices, sale_dollars.</a:t>
              </a:r>
              <a:endParaRPr sz="1882" b="1">
                <a:solidFill>
                  <a:schemeClr val="dk1"/>
                </a:solidFill>
              </a:endParaRPr>
            </a:p>
            <a:p>
              <a:pPr marL="457200" lvl="0" indent="0" algn="l" rtl="0">
                <a:spcBef>
                  <a:spcPts val="0"/>
                </a:spcBef>
                <a:spcAft>
                  <a:spcPts val="0"/>
                </a:spcAft>
                <a:buNone/>
              </a:pPr>
              <a:endParaRPr sz="1882" b="1">
                <a:solidFill>
                  <a:schemeClr val="dk1"/>
                </a:solidFill>
              </a:endParaRPr>
            </a:p>
            <a:p>
              <a:pPr marL="457200" lvl="0" indent="-348108" algn="l" rtl="0">
                <a:spcBef>
                  <a:spcPts val="0"/>
                </a:spcBef>
                <a:spcAft>
                  <a:spcPts val="0"/>
                </a:spcAft>
                <a:buClr>
                  <a:schemeClr val="dk1"/>
                </a:buClr>
                <a:buSzPts val="1882"/>
                <a:buChar char="●"/>
              </a:pPr>
              <a:r>
                <a:rPr lang="zh-CN" sz="1882" b="1">
                  <a:solidFill>
                    <a:schemeClr val="dk1"/>
                  </a:solidFill>
                </a:rPr>
                <a:t>For ML, we aggregate to store-month level and predict next month’s total sales (dollars) for each store.</a:t>
              </a:r>
              <a:endParaRPr sz="1882" b="1">
                <a:solidFill>
                  <a:schemeClr val="dk1"/>
                </a:solidFill>
              </a:endParaRPr>
            </a:p>
            <a:p>
              <a:pPr marL="0" lvl="0" indent="0" algn="l" rtl="0">
                <a:spcBef>
                  <a:spcPts val="0"/>
                </a:spcBef>
                <a:spcAft>
                  <a:spcPts val="0"/>
                </a:spcAft>
                <a:buClr>
                  <a:schemeClr val="dk1"/>
                </a:buClr>
                <a:buSzPts val="506"/>
                <a:buFont typeface="Arial"/>
                <a:buNone/>
              </a:pPr>
              <a:endParaRPr sz="1882" b="1">
                <a:solidFill>
                  <a:schemeClr val="dk1"/>
                </a:solidFill>
              </a:endParaRPr>
            </a:p>
            <a:p>
              <a:pPr marL="0" marR="0" lvl="0" indent="0" algn="l" rtl="0">
                <a:lnSpc>
                  <a:spcPct val="100000"/>
                </a:lnSpc>
                <a:spcBef>
                  <a:spcPts val="0"/>
                </a:spcBef>
                <a:spcAft>
                  <a:spcPts val="0"/>
                </a:spcAft>
                <a:buClr>
                  <a:schemeClr val="dk1"/>
                </a:buClr>
                <a:buSzPts val="276"/>
                <a:buFont typeface="Arial"/>
                <a:buNone/>
              </a:pPr>
              <a:endParaRPr sz="1882" b="1">
                <a:solidFill>
                  <a:schemeClr val="dk1"/>
                </a:solidFill>
              </a:endParaRPr>
            </a:p>
          </p:txBody>
        </p:sp>
        <p:grpSp>
          <p:nvGrpSpPr>
            <p:cNvPr id="163" name="Google Shape;163;g3af25aee5e6_0_37"/>
            <p:cNvGrpSpPr/>
            <p:nvPr/>
          </p:nvGrpSpPr>
          <p:grpSpPr>
            <a:xfrm>
              <a:off x="597453" y="4429720"/>
              <a:ext cx="1794836" cy="858677"/>
              <a:chOff x="6034600" y="2567547"/>
              <a:chExt cx="1794836" cy="858677"/>
            </a:xfrm>
          </p:grpSpPr>
          <p:sp>
            <p:nvSpPr>
              <p:cNvPr id="164" name="Google Shape;164;g3af25aee5e6_0_37"/>
              <p:cNvSpPr/>
              <p:nvPr/>
            </p:nvSpPr>
            <p:spPr>
              <a:xfrm>
                <a:off x="6034600" y="2567547"/>
                <a:ext cx="1766700" cy="338700"/>
              </a:xfrm>
              <a:prstGeom prst="rect">
                <a:avLst/>
              </a:prstGeom>
              <a:noFill/>
              <a:ln>
                <a:noFill/>
              </a:ln>
            </p:spPr>
            <p:txBody>
              <a:bodyPr spcFirstLastPara="1" wrap="square" lIns="42050" tIns="21025" rIns="42050" bIns="21025" anchor="b" anchorCtr="0">
                <a:noAutofit/>
              </a:bodyPr>
              <a:lstStyle/>
              <a:p>
                <a:pPr marL="0" lvl="0" indent="0" algn="l" rtl="0">
                  <a:lnSpc>
                    <a:spcPct val="115000"/>
                  </a:lnSpc>
                  <a:spcBef>
                    <a:spcPts val="552"/>
                  </a:spcBef>
                  <a:spcAft>
                    <a:spcPts val="552"/>
                  </a:spcAft>
                  <a:buSzPts val="506"/>
                  <a:buNone/>
                </a:pPr>
                <a:endParaRPr sz="736" b="1">
                  <a:solidFill>
                    <a:schemeClr val="dk1"/>
                  </a:solidFill>
                </a:endParaRPr>
              </a:p>
            </p:txBody>
          </p:sp>
          <p:sp>
            <p:nvSpPr>
              <p:cNvPr id="165" name="Google Shape;165;g3af25aee5e6_0_37"/>
              <p:cNvSpPr/>
              <p:nvPr/>
            </p:nvSpPr>
            <p:spPr>
              <a:xfrm>
                <a:off x="6062736" y="2909924"/>
                <a:ext cx="1766700" cy="516300"/>
              </a:xfrm>
              <a:prstGeom prst="rect">
                <a:avLst/>
              </a:prstGeom>
              <a:noFill/>
              <a:ln>
                <a:noFill/>
              </a:ln>
            </p:spPr>
            <p:txBody>
              <a:bodyPr spcFirstLastPara="1" wrap="square" lIns="42050" tIns="21025" rIns="42050" bIns="21025" anchor="t" anchorCtr="0">
                <a:noAutofit/>
              </a:bodyPr>
              <a:lstStyle/>
              <a:p>
                <a:pPr marL="0" marR="0" lvl="0" indent="0" algn="l" rtl="0">
                  <a:lnSpc>
                    <a:spcPct val="120000"/>
                  </a:lnSpc>
                  <a:spcBef>
                    <a:spcPts val="0"/>
                  </a:spcBef>
                  <a:spcAft>
                    <a:spcPts val="0"/>
                  </a:spcAft>
                  <a:buNone/>
                </a:pPr>
                <a:endParaRPr sz="644"/>
              </a:p>
            </p:txBody>
          </p:sp>
        </p:grpSp>
        <p:grpSp>
          <p:nvGrpSpPr>
            <p:cNvPr id="166" name="Google Shape;166;g3af25aee5e6_0_37"/>
            <p:cNvGrpSpPr/>
            <p:nvPr/>
          </p:nvGrpSpPr>
          <p:grpSpPr>
            <a:xfrm>
              <a:off x="2701698" y="4244558"/>
              <a:ext cx="1794824" cy="1043840"/>
              <a:chOff x="9073234" y="2382385"/>
              <a:chExt cx="1794824" cy="1043840"/>
            </a:xfrm>
          </p:grpSpPr>
          <p:sp>
            <p:nvSpPr>
              <p:cNvPr id="167" name="Google Shape;167;g3af25aee5e6_0_37"/>
              <p:cNvSpPr/>
              <p:nvPr/>
            </p:nvSpPr>
            <p:spPr>
              <a:xfrm>
                <a:off x="9073234" y="2382385"/>
                <a:ext cx="1766700" cy="338700"/>
              </a:xfrm>
              <a:prstGeom prst="rect">
                <a:avLst/>
              </a:prstGeom>
              <a:noFill/>
              <a:ln>
                <a:noFill/>
              </a:ln>
            </p:spPr>
            <p:txBody>
              <a:bodyPr spcFirstLastPara="1" wrap="square" lIns="42050" tIns="21025" rIns="42050" bIns="21025" anchor="b" anchorCtr="0">
                <a:noAutofit/>
              </a:bodyPr>
              <a:lstStyle/>
              <a:p>
                <a:pPr marL="0" marR="0" lvl="0" indent="0" algn="l" rtl="0">
                  <a:lnSpc>
                    <a:spcPct val="100000"/>
                  </a:lnSpc>
                  <a:spcBef>
                    <a:spcPts val="0"/>
                  </a:spcBef>
                  <a:spcAft>
                    <a:spcPts val="0"/>
                  </a:spcAft>
                  <a:buNone/>
                </a:pPr>
                <a:endParaRPr sz="644"/>
              </a:p>
            </p:txBody>
          </p:sp>
          <p:sp>
            <p:nvSpPr>
              <p:cNvPr id="168" name="Google Shape;168;g3af25aee5e6_0_37"/>
              <p:cNvSpPr/>
              <p:nvPr/>
            </p:nvSpPr>
            <p:spPr>
              <a:xfrm>
                <a:off x="9101357" y="2909924"/>
                <a:ext cx="1766700" cy="516300"/>
              </a:xfrm>
              <a:prstGeom prst="rect">
                <a:avLst/>
              </a:prstGeom>
              <a:noFill/>
              <a:ln>
                <a:noFill/>
              </a:ln>
            </p:spPr>
            <p:txBody>
              <a:bodyPr spcFirstLastPara="1" wrap="square" lIns="42050" tIns="21025" rIns="42050" bIns="21025" anchor="t" anchorCtr="0">
                <a:noAutofit/>
              </a:bodyPr>
              <a:lstStyle/>
              <a:p>
                <a:pPr marL="0" marR="0" lvl="0" indent="0" algn="l" rtl="0">
                  <a:lnSpc>
                    <a:spcPct val="120000"/>
                  </a:lnSpc>
                  <a:spcBef>
                    <a:spcPts val="0"/>
                  </a:spcBef>
                  <a:spcAft>
                    <a:spcPts val="0"/>
                  </a:spcAft>
                  <a:buNone/>
                </a:pPr>
                <a:endParaRPr sz="552">
                  <a:solidFill>
                    <a:schemeClr val="dk1"/>
                  </a:solidFill>
                </a:endParaRPr>
              </a:p>
            </p:txBody>
          </p:sp>
        </p:grpSp>
        <p:grpSp>
          <p:nvGrpSpPr>
            <p:cNvPr id="169" name="Google Shape;169;g3af25aee5e6_0_37"/>
            <p:cNvGrpSpPr/>
            <p:nvPr/>
          </p:nvGrpSpPr>
          <p:grpSpPr>
            <a:xfrm>
              <a:off x="7107310" y="1782131"/>
              <a:ext cx="4738153" cy="3751590"/>
              <a:chOff x="4592638" y="2251076"/>
              <a:chExt cx="3400426" cy="2692400"/>
            </a:xfrm>
          </p:grpSpPr>
          <p:sp>
            <p:nvSpPr>
              <p:cNvPr id="170" name="Google Shape;170;g3af25aee5e6_0_37"/>
              <p:cNvSpPr/>
              <p:nvPr/>
            </p:nvSpPr>
            <p:spPr>
              <a:xfrm>
                <a:off x="4992678" y="2314568"/>
                <a:ext cx="2943300" cy="2621100"/>
              </a:xfrm>
              <a:prstGeom prst="rect">
                <a:avLst/>
              </a:prstGeom>
              <a:no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71" name="Google Shape;171;g3af25aee5e6_0_37"/>
              <p:cNvSpPr/>
              <p:nvPr/>
            </p:nvSpPr>
            <p:spPr>
              <a:xfrm>
                <a:off x="7158038" y="3825876"/>
                <a:ext cx="87313" cy="452438"/>
              </a:xfrm>
              <a:custGeom>
                <a:avLst/>
                <a:gdLst/>
                <a:ahLst/>
                <a:cxnLst/>
                <a:rect l="l" t="t" r="r" b="b"/>
                <a:pathLst>
                  <a:path w="23" h="120" extrusionOk="0">
                    <a:moveTo>
                      <a:pt x="21" y="120"/>
                    </a:moveTo>
                    <a:cubicBezTo>
                      <a:pt x="20" y="120"/>
                      <a:pt x="19" y="120"/>
                      <a:pt x="19" y="119"/>
                    </a:cubicBezTo>
                    <a:cubicBezTo>
                      <a:pt x="0" y="2"/>
                      <a:pt x="0" y="2"/>
                      <a:pt x="0" y="2"/>
                    </a:cubicBezTo>
                    <a:cubicBezTo>
                      <a:pt x="0" y="1"/>
                      <a:pt x="1" y="0"/>
                      <a:pt x="2" y="0"/>
                    </a:cubicBezTo>
                    <a:cubicBezTo>
                      <a:pt x="3" y="0"/>
                      <a:pt x="4" y="1"/>
                      <a:pt x="4" y="2"/>
                    </a:cubicBezTo>
                    <a:cubicBezTo>
                      <a:pt x="23" y="118"/>
                      <a:pt x="23" y="118"/>
                      <a:pt x="23" y="118"/>
                    </a:cubicBezTo>
                    <a:cubicBezTo>
                      <a:pt x="23" y="119"/>
                      <a:pt x="22" y="120"/>
                      <a:pt x="21" y="120"/>
                    </a:cubicBezTo>
                    <a:cubicBezTo>
                      <a:pt x="21" y="120"/>
                      <a:pt x="21" y="120"/>
                      <a:pt x="21" y="120"/>
                    </a:cubicBezTo>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72" name="Google Shape;172;g3af25aee5e6_0_37"/>
              <p:cNvSpPr/>
              <p:nvPr/>
            </p:nvSpPr>
            <p:spPr>
              <a:xfrm>
                <a:off x="4833938" y="2820988"/>
                <a:ext cx="2928938" cy="2092325"/>
              </a:xfrm>
              <a:custGeom>
                <a:avLst/>
                <a:gdLst/>
                <a:ahLst/>
                <a:cxnLst/>
                <a:rect l="l" t="t" r="r" b="b"/>
                <a:pathLst>
                  <a:path w="776" h="554" extrusionOk="0">
                    <a:moveTo>
                      <a:pt x="33" y="554"/>
                    </a:moveTo>
                    <a:cubicBezTo>
                      <a:pt x="15" y="554"/>
                      <a:pt x="0" y="539"/>
                      <a:pt x="0" y="521"/>
                    </a:cubicBezTo>
                    <a:cubicBezTo>
                      <a:pt x="0" y="34"/>
                      <a:pt x="0" y="34"/>
                      <a:pt x="0" y="34"/>
                    </a:cubicBezTo>
                    <a:cubicBezTo>
                      <a:pt x="0" y="15"/>
                      <a:pt x="15" y="0"/>
                      <a:pt x="33" y="0"/>
                    </a:cubicBezTo>
                    <a:cubicBezTo>
                      <a:pt x="743" y="0"/>
                      <a:pt x="743" y="0"/>
                      <a:pt x="743" y="0"/>
                    </a:cubicBezTo>
                    <a:cubicBezTo>
                      <a:pt x="761" y="0"/>
                      <a:pt x="776" y="15"/>
                      <a:pt x="776" y="34"/>
                    </a:cubicBezTo>
                    <a:cubicBezTo>
                      <a:pt x="776" y="521"/>
                      <a:pt x="776" y="521"/>
                      <a:pt x="776" y="521"/>
                    </a:cubicBezTo>
                    <a:cubicBezTo>
                      <a:pt x="776" y="539"/>
                      <a:pt x="761" y="554"/>
                      <a:pt x="743" y="554"/>
                    </a:cubicBezTo>
                    <a:cubicBezTo>
                      <a:pt x="33" y="554"/>
                      <a:pt x="33" y="554"/>
                      <a:pt x="33" y="554"/>
                    </a:cubicBezTo>
                  </a:path>
                </a:pathLst>
              </a:custGeom>
              <a:solidFill>
                <a:srgbClr val="F9F8F6"/>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73" name="Google Shape;173;g3af25aee5e6_0_37"/>
              <p:cNvSpPr/>
              <p:nvPr/>
            </p:nvSpPr>
            <p:spPr>
              <a:xfrm>
                <a:off x="4826001" y="2813051"/>
                <a:ext cx="2943225" cy="2106613"/>
              </a:xfrm>
              <a:custGeom>
                <a:avLst/>
                <a:gdLst/>
                <a:ahLst/>
                <a:cxnLst/>
                <a:rect l="l" t="t" r="r" b="b"/>
                <a:pathLst>
                  <a:path w="780" h="558" extrusionOk="0">
                    <a:moveTo>
                      <a:pt x="745" y="4"/>
                    </a:moveTo>
                    <a:cubicBezTo>
                      <a:pt x="762" y="4"/>
                      <a:pt x="776" y="18"/>
                      <a:pt x="776" y="36"/>
                    </a:cubicBezTo>
                    <a:cubicBezTo>
                      <a:pt x="776" y="523"/>
                      <a:pt x="776" y="523"/>
                      <a:pt x="776" y="523"/>
                    </a:cubicBezTo>
                    <a:cubicBezTo>
                      <a:pt x="776" y="540"/>
                      <a:pt x="762" y="554"/>
                      <a:pt x="745" y="554"/>
                    </a:cubicBezTo>
                    <a:cubicBezTo>
                      <a:pt x="35" y="554"/>
                      <a:pt x="35" y="554"/>
                      <a:pt x="35" y="554"/>
                    </a:cubicBezTo>
                    <a:cubicBezTo>
                      <a:pt x="18" y="554"/>
                      <a:pt x="4" y="540"/>
                      <a:pt x="4" y="523"/>
                    </a:cubicBezTo>
                    <a:cubicBezTo>
                      <a:pt x="4" y="36"/>
                      <a:pt x="4" y="36"/>
                      <a:pt x="4" y="36"/>
                    </a:cubicBezTo>
                    <a:cubicBezTo>
                      <a:pt x="4" y="18"/>
                      <a:pt x="18" y="4"/>
                      <a:pt x="35" y="4"/>
                    </a:cubicBezTo>
                    <a:cubicBezTo>
                      <a:pt x="745" y="4"/>
                      <a:pt x="745" y="4"/>
                      <a:pt x="745" y="4"/>
                    </a:cubicBezTo>
                    <a:moveTo>
                      <a:pt x="745" y="0"/>
                    </a:moveTo>
                    <a:cubicBezTo>
                      <a:pt x="35" y="0"/>
                      <a:pt x="35" y="0"/>
                      <a:pt x="35" y="0"/>
                    </a:cubicBezTo>
                    <a:cubicBezTo>
                      <a:pt x="16" y="0"/>
                      <a:pt x="0" y="16"/>
                      <a:pt x="0" y="36"/>
                    </a:cubicBezTo>
                    <a:cubicBezTo>
                      <a:pt x="0" y="523"/>
                      <a:pt x="0" y="523"/>
                      <a:pt x="0" y="523"/>
                    </a:cubicBezTo>
                    <a:cubicBezTo>
                      <a:pt x="0" y="542"/>
                      <a:pt x="16" y="558"/>
                      <a:pt x="35" y="558"/>
                    </a:cubicBezTo>
                    <a:cubicBezTo>
                      <a:pt x="745" y="558"/>
                      <a:pt x="745" y="558"/>
                      <a:pt x="745" y="558"/>
                    </a:cubicBezTo>
                    <a:cubicBezTo>
                      <a:pt x="764" y="558"/>
                      <a:pt x="780" y="542"/>
                      <a:pt x="780" y="523"/>
                    </a:cubicBezTo>
                    <a:cubicBezTo>
                      <a:pt x="780" y="36"/>
                      <a:pt x="780" y="36"/>
                      <a:pt x="780" y="36"/>
                    </a:cubicBezTo>
                    <a:cubicBezTo>
                      <a:pt x="780" y="16"/>
                      <a:pt x="764" y="0"/>
                      <a:pt x="745" y="0"/>
                    </a:cubicBezTo>
                    <a:close/>
                  </a:path>
                </a:pathLst>
              </a:custGeom>
              <a:solidFill>
                <a:srgbClr val="000000"/>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74" name="Google Shape;174;g3af25aee5e6_0_37"/>
              <p:cNvSpPr/>
              <p:nvPr/>
            </p:nvSpPr>
            <p:spPr>
              <a:xfrm>
                <a:off x="4833938" y="2820988"/>
                <a:ext cx="2928938" cy="222250"/>
              </a:xfrm>
              <a:custGeom>
                <a:avLst/>
                <a:gdLst/>
                <a:ahLst/>
                <a:cxnLst/>
                <a:rect l="l" t="t" r="r" b="b"/>
                <a:pathLst>
                  <a:path w="776" h="59" extrusionOk="0">
                    <a:moveTo>
                      <a:pt x="0" y="59"/>
                    </a:moveTo>
                    <a:cubicBezTo>
                      <a:pt x="0" y="30"/>
                      <a:pt x="0" y="30"/>
                      <a:pt x="0" y="30"/>
                    </a:cubicBezTo>
                    <a:cubicBezTo>
                      <a:pt x="0" y="14"/>
                      <a:pt x="14" y="0"/>
                      <a:pt x="30" y="0"/>
                    </a:cubicBezTo>
                    <a:cubicBezTo>
                      <a:pt x="746" y="0"/>
                      <a:pt x="746" y="0"/>
                      <a:pt x="746" y="0"/>
                    </a:cubicBezTo>
                    <a:cubicBezTo>
                      <a:pt x="762" y="0"/>
                      <a:pt x="776" y="14"/>
                      <a:pt x="776" y="30"/>
                    </a:cubicBezTo>
                    <a:cubicBezTo>
                      <a:pt x="776" y="59"/>
                      <a:pt x="776" y="59"/>
                      <a:pt x="776" y="59"/>
                    </a:cubicBezTo>
                    <a:lnTo>
                      <a:pt x="0" y="59"/>
                    </a:lnTo>
                    <a:close/>
                  </a:path>
                </a:pathLst>
              </a:custGeom>
              <a:solidFill>
                <a:schemeClr val="dk2"/>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75" name="Google Shape;175;g3af25aee5e6_0_37"/>
              <p:cNvSpPr/>
              <p:nvPr/>
            </p:nvSpPr>
            <p:spPr>
              <a:xfrm>
                <a:off x="4826001" y="2813051"/>
                <a:ext cx="2943225" cy="238125"/>
              </a:xfrm>
              <a:custGeom>
                <a:avLst/>
                <a:gdLst/>
                <a:ahLst/>
                <a:cxnLst/>
                <a:rect l="l" t="t" r="r" b="b"/>
                <a:pathLst>
                  <a:path w="780" h="63" extrusionOk="0">
                    <a:moveTo>
                      <a:pt x="748" y="4"/>
                    </a:moveTo>
                    <a:cubicBezTo>
                      <a:pt x="763" y="4"/>
                      <a:pt x="776" y="17"/>
                      <a:pt x="776" y="32"/>
                    </a:cubicBezTo>
                    <a:cubicBezTo>
                      <a:pt x="776" y="59"/>
                      <a:pt x="776" y="59"/>
                      <a:pt x="776" y="59"/>
                    </a:cubicBezTo>
                    <a:cubicBezTo>
                      <a:pt x="4" y="59"/>
                      <a:pt x="4" y="59"/>
                      <a:pt x="4" y="59"/>
                    </a:cubicBezTo>
                    <a:cubicBezTo>
                      <a:pt x="4" y="32"/>
                      <a:pt x="4" y="32"/>
                      <a:pt x="4" y="32"/>
                    </a:cubicBezTo>
                    <a:cubicBezTo>
                      <a:pt x="4" y="17"/>
                      <a:pt x="17" y="4"/>
                      <a:pt x="32" y="4"/>
                    </a:cubicBezTo>
                    <a:cubicBezTo>
                      <a:pt x="748" y="4"/>
                      <a:pt x="748" y="4"/>
                      <a:pt x="748" y="4"/>
                    </a:cubicBezTo>
                    <a:moveTo>
                      <a:pt x="748" y="0"/>
                    </a:moveTo>
                    <a:cubicBezTo>
                      <a:pt x="32" y="0"/>
                      <a:pt x="32" y="0"/>
                      <a:pt x="32" y="0"/>
                    </a:cubicBezTo>
                    <a:cubicBezTo>
                      <a:pt x="14" y="0"/>
                      <a:pt x="0" y="15"/>
                      <a:pt x="0" y="32"/>
                    </a:cubicBezTo>
                    <a:cubicBezTo>
                      <a:pt x="0" y="63"/>
                      <a:pt x="0" y="63"/>
                      <a:pt x="0" y="63"/>
                    </a:cubicBezTo>
                    <a:cubicBezTo>
                      <a:pt x="780" y="63"/>
                      <a:pt x="780" y="63"/>
                      <a:pt x="780" y="63"/>
                    </a:cubicBezTo>
                    <a:cubicBezTo>
                      <a:pt x="780" y="32"/>
                      <a:pt x="780" y="32"/>
                      <a:pt x="780" y="32"/>
                    </a:cubicBezTo>
                    <a:cubicBezTo>
                      <a:pt x="780" y="15"/>
                      <a:pt x="765" y="0"/>
                      <a:pt x="748" y="0"/>
                    </a:cubicBezTo>
                    <a:close/>
                  </a:path>
                </a:pathLst>
              </a:custGeom>
              <a:solidFill>
                <a:srgbClr val="000000"/>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76" name="Google Shape;176;g3af25aee5e6_0_37"/>
              <p:cNvSpPr/>
              <p:nvPr/>
            </p:nvSpPr>
            <p:spPr>
              <a:xfrm>
                <a:off x="7588251" y="2873376"/>
                <a:ext cx="114300" cy="109538"/>
              </a:xfrm>
              <a:custGeom>
                <a:avLst/>
                <a:gdLst/>
                <a:ahLst/>
                <a:cxnLst/>
                <a:rect l="l" t="t" r="r" b="b"/>
                <a:pathLst>
                  <a:path w="30" h="29" extrusionOk="0">
                    <a:moveTo>
                      <a:pt x="28" y="29"/>
                    </a:moveTo>
                    <a:cubicBezTo>
                      <a:pt x="27" y="29"/>
                      <a:pt x="27" y="29"/>
                      <a:pt x="26" y="29"/>
                    </a:cubicBezTo>
                    <a:cubicBezTo>
                      <a:pt x="1" y="4"/>
                      <a:pt x="1" y="4"/>
                      <a:pt x="1" y="4"/>
                    </a:cubicBezTo>
                    <a:cubicBezTo>
                      <a:pt x="0" y="3"/>
                      <a:pt x="0" y="1"/>
                      <a:pt x="1" y="1"/>
                    </a:cubicBezTo>
                    <a:cubicBezTo>
                      <a:pt x="2" y="0"/>
                      <a:pt x="3" y="0"/>
                      <a:pt x="4" y="1"/>
                    </a:cubicBezTo>
                    <a:cubicBezTo>
                      <a:pt x="29" y="26"/>
                      <a:pt x="29" y="26"/>
                      <a:pt x="29" y="26"/>
                    </a:cubicBezTo>
                    <a:cubicBezTo>
                      <a:pt x="30" y="27"/>
                      <a:pt x="30" y="28"/>
                      <a:pt x="29" y="29"/>
                    </a:cubicBezTo>
                    <a:cubicBezTo>
                      <a:pt x="29" y="29"/>
                      <a:pt x="28" y="29"/>
                      <a:pt x="28" y="29"/>
                    </a:cubicBezTo>
                    <a:close/>
                  </a:path>
                </a:pathLst>
              </a:custGeom>
              <a:solidFill>
                <a:srgbClr val="F9F8F6"/>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77" name="Google Shape;177;g3af25aee5e6_0_37"/>
              <p:cNvSpPr/>
              <p:nvPr/>
            </p:nvSpPr>
            <p:spPr>
              <a:xfrm>
                <a:off x="7588251" y="2873376"/>
                <a:ext cx="114300" cy="109538"/>
              </a:xfrm>
              <a:custGeom>
                <a:avLst/>
                <a:gdLst/>
                <a:ahLst/>
                <a:cxnLst/>
                <a:rect l="l" t="t" r="r" b="b"/>
                <a:pathLst>
                  <a:path w="30" h="29" extrusionOk="0">
                    <a:moveTo>
                      <a:pt x="3" y="29"/>
                    </a:moveTo>
                    <a:cubicBezTo>
                      <a:pt x="2" y="29"/>
                      <a:pt x="2" y="29"/>
                      <a:pt x="1" y="29"/>
                    </a:cubicBezTo>
                    <a:cubicBezTo>
                      <a:pt x="0" y="28"/>
                      <a:pt x="0" y="27"/>
                      <a:pt x="1" y="26"/>
                    </a:cubicBezTo>
                    <a:cubicBezTo>
                      <a:pt x="26" y="1"/>
                      <a:pt x="26" y="1"/>
                      <a:pt x="26" y="1"/>
                    </a:cubicBezTo>
                    <a:cubicBezTo>
                      <a:pt x="27" y="0"/>
                      <a:pt x="28" y="0"/>
                      <a:pt x="29" y="1"/>
                    </a:cubicBezTo>
                    <a:cubicBezTo>
                      <a:pt x="30" y="1"/>
                      <a:pt x="30" y="3"/>
                      <a:pt x="29" y="4"/>
                    </a:cubicBezTo>
                    <a:cubicBezTo>
                      <a:pt x="4" y="29"/>
                      <a:pt x="4" y="29"/>
                      <a:pt x="4" y="29"/>
                    </a:cubicBezTo>
                    <a:cubicBezTo>
                      <a:pt x="4" y="29"/>
                      <a:pt x="3" y="29"/>
                      <a:pt x="3" y="29"/>
                    </a:cubicBezTo>
                    <a:close/>
                  </a:path>
                </a:pathLst>
              </a:custGeom>
              <a:solidFill>
                <a:srgbClr val="F9F8F6"/>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78" name="Google Shape;178;g3af25aee5e6_0_37"/>
              <p:cNvSpPr/>
              <p:nvPr/>
            </p:nvSpPr>
            <p:spPr>
              <a:xfrm>
                <a:off x="7437438" y="2873376"/>
                <a:ext cx="109538" cy="114300"/>
              </a:xfrm>
              <a:custGeom>
                <a:avLst/>
                <a:gdLst/>
                <a:ahLst/>
                <a:cxnLst/>
                <a:rect l="l" t="t" r="r" b="b"/>
                <a:pathLst>
                  <a:path w="29" h="30" extrusionOk="0">
                    <a:moveTo>
                      <a:pt x="27" y="30"/>
                    </a:moveTo>
                    <a:cubicBezTo>
                      <a:pt x="2" y="30"/>
                      <a:pt x="2" y="30"/>
                      <a:pt x="2" y="30"/>
                    </a:cubicBezTo>
                    <a:cubicBezTo>
                      <a:pt x="0" y="30"/>
                      <a:pt x="0" y="29"/>
                      <a:pt x="0" y="28"/>
                    </a:cubicBezTo>
                    <a:cubicBezTo>
                      <a:pt x="0" y="2"/>
                      <a:pt x="0" y="2"/>
                      <a:pt x="0" y="2"/>
                    </a:cubicBezTo>
                    <a:cubicBezTo>
                      <a:pt x="0" y="1"/>
                      <a:pt x="0" y="0"/>
                      <a:pt x="2" y="0"/>
                    </a:cubicBezTo>
                    <a:cubicBezTo>
                      <a:pt x="27" y="0"/>
                      <a:pt x="27" y="0"/>
                      <a:pt x="27" y="0"/>
                    </a:cubicBezTo>
                    <a:cubicBezTo>
                      <a:pt x="28" y="0"/>
                      <a:pt x="29" y="1"/>
                      <a:pt x="29" y="2"/>
                    </a:cubicBezTo>
                    <a:cubicBezTo>
                      <a:pt x="29" y="28"/>
                      <a:pt x="29" y="28"/>
                      <a:pt x="29" y="28"/>
                    </a:cubicBezTo>
                    <a:cubicBezTo>
                      <a:pt x="29" y="29"/>
                      <a:pt x="28" y="30"/>
                      <a:pt x="27" y="30"/>
                    </a:cubicBezTo>
                    <a:close/>
                    <a:moveTo>
                      <a:pt x="4" y="26"/>
                    </a:moveTo>
                    <a:cubicBezTo>
                      <a:pt x="25" y="26"/>
                      <a:pt x="25" y="26"/>
                      <a:pt x="25" y="26"/>
                    </a:cubicBezTo>
                    <a:cubicBezTo>
                      <a:pt x="25" y="4"/>
                      <a:pt x="25" y="4"/>
                      <a:pt x="25" y="4"/>
                    </a:cubicBezTo>
                    <a:cubicBezTo>
                      <a:pt x="4" y="4"/>
                      <a:pt x="4" y="4"/>
                      <a:pt x="4" y="4"/>
                    </a:cubicBezTo>
                    <a:lnTo>
                      <a:pt x="4" y="26"/>
                    </a:lnTo>
                    <a:close/>
                  </a:path>
                </a:pathLst>
              </a:custGeom>
              <a:solidFill>
                <a:srgbClr val="F9F8F6"/>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79" name="Google Shape;179;g3af25aee5e6_0_37"/>
              <p:cNvSpPr/>
              <p:nvPr/>
            </p:nvSpPr>
            <p:spPr>
              <a:xfrm>
                <a:off x="7275513" y="2968626"/>
                <a:ext cx="123825" cy="14288"/>
              </a:xfrm>
              <a:custGeom>
                <a:avLst/>
                <a:gdLst/>
                <a:ahLst/>
                <a:cxnLst/>
                <a:rect l="l" t="t" r="r" b="b"/>
                <a:pathLst>
                  <a:path w="33" h="4" extrusionOk="0">
                    <a:moveTo>
                      <a:pt x="31" y="4"/>
                    </a:moveTo>
                    <a:cubicBezTo>
                      <a:pt x="2" y="4"/>
                      <a:pt x="2" y="4"/>
                      <a:pt x="2" y="4"/>
                    </a:cubicBezTo>
                    <a:cubicBezTo>
                      <a:pt x="0" y="4"/>
                      <a:pt x="0" y="3"/>
                      <a:pt x="0" y="2"/>
                    </a:cubicBezTo>
                    <a:cubicBezTo>
                      <a:pt x="0" y="1"/>
                      <a:pt x="0" y="0"/>
                      <a:pt x="2" y="0"/>
                    </a:cubicBezTo>
                    <a:cubicBezTo>
                      <a:pt x="31" y="0"/>
                      <a:pt x="31" y="0"/>
                      <a:pt x="31" y="0"/>
                    </a:cubicBezTo>
                    <a:cubicBezTo>
                      <a:pt x="32" y="0"/>
                      <a:pt x="33" y="1"/>
                      <a:pt x="33" y="2"/>
                    </a:cubicBezTo>
                    <a:cubicBezTo>
                      <a:pt x="33" y="3"/>
                      <a:pt x="32" y="4"/>
                      <a:pt x="31" y="4"/>
                    </a:cubicBezTo>
                    <a:close/>
                  </a:path>
                </a:pathLst>
              </a:custGeom>
              <a:solidFill>
                <a:srgbClr val="F9F8F6"/>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80" name="Google Shape;180;g3af25aee5e6_0_37"/>
              <p:cNvSpPr/>
              <p:nvPr/>
            </p:nvSpPr>
            <p:spPr>
              <a:xfrm>
                <a:off x="6173788" y="2322513"/>
                <a:ext cx="1403350" cy="1536700"/>
              </a:xfrm>
              <a:custGeom>
                <a:avLst/>
                <a:gdLst/>
                <a:ahLst/>
                <a:cxnLst/>
                <a:rect l="l" t="t" r="r" b="b"/>
                <a:pathLst>
                  <a:path w="372" h="407" extrusionOk="0">
                    <a:moveTo>
                      <a:pt x="319" y="138"/>
                    </a:moveTo>
                    <a:cubicBezTo>
                      <a:pt x="316" y="136"/>
                      <a:pt x="316" y="136"/>
                      <a:pt x="316" y="136"/>
                    </a:cubicBezTo>
                    <a:cubicBezTo>
                      <a:pt x="296" y="125"/>
                      <a:pt x="281" y="113"/>
                      <a:pt x="270" y="98"/>
                    </a:cubicBezTo>
                    <a:cubicBezTo>
                      <a:pt x="271" y="97"/>
                      <a:pt x="272" y="97"/>
                      <a:pt x="273" y="96"/>
                    </a:cubicBezTo>
                    <a:cubicBezTo>
                      <a:pt x="296" y="86"/>
                      <a:pt x="308" y="64"/>
                      <a:pt x="300" y="46"/>
                    </a:cubicBezTo>
                    <a:cubicBezTo>
                      <a:pt x="295" y="34"/>
                      <a:pt x="283" y="28"/>
                      <a:pt x="269" y="27"/>
                    </a:cubicBezTo>
                    <a:cubicBezTo>
                      <a:pt x="267" y="19"/>
                      <a:pt x="263" y="11"/>
                      <a:pt x="256" y="7"/>
                    </a:cubicBezTo>
                    <a:cubicBezTo>
                      <a:pt x="242" y="0"/>
                      <a:pt x="223" y="9"/>
                      <a:pt x="213" y="28"/>
                    </a:cubicBezTo>
                    <a:cubicBezTo>
                      <a:pt x="210" y="32"/>
                      <a:pt x="208" y="37"/>
                      <a:pt x="208" y="42"/>
                    </a:cubicBezTo>
                    <a:cubicBezTo>
                      <a:pt x="141" y="20"/>
                      <a:pt x="47" y="41"/>
                      <a:pt x="47" y="128"/>
                    </a:cubicBezTo>
                    <a:cubicBezTo>
                      <a:pt x="47" y="142"/>
                      <a:pt x="36" y="154"/>
                      <a:pt x="27" y="166"/>
                    </a:cubicBezTo>
                    <a:cubicBezTo>
                      <a:pt x="25" y="169"/>
                      <a:pt x="22" y="173"/>
                      <a:pt x="19" y="177"/>
                    </a:cubicBezTo>
                    <a:cubicBezTo>
                      <a:pt x="7" y="193"/>
                      <a:pt x="0" y="212"/>
                      <a:pt x="0" y="233"/>
                    </a:cubicBezTo>
                    <a:cubicBezTo>
                      <a:pt x="1" y="263"/>
                      <a:pt x="19" y="289"/>
                      <a:pt x="45" y="306"/>
                    </a:cubicBezTo>
                    <a:cubicBezTo>
                      <a:pt x="77" y="327"/>
                      <a:pt x="109" y="348"/>
                      <a:pt x="136" y="373"/>
                    </a:cubicBezTo>
                    <a:cubicBezTo>
                      <a:pt x="159" y="394"/>
                      <a:pt x="192" y="407"/>
                      <a:pt x="229" y="404"/>
                    </a:cubicBezTo>
                    <a:cubicBezTo>
                      <a:pt x="283" y="400"/>
                      <a:pt x="326" y="363"/>
                      <a:pt x="333" y="318"/>
                    </a:cubicBezTo>
                    <a:cubicBezTo>
                      <a:pt x="334" y="306"/>
                      <a:pt x="333" y="295"/>
                      <a:pt x="330" y="284"/>
                    </a:cubicBezTo>
                    <a:cubicBezTo>
                      <a:pt x="328" y="278"/>
                      <a:pt x="330" y="272"/>
                      <a:pt x="334" y="267"/>
                    </a:cubicBezTo>
                    <a:cubicBezTo>
                      <a:pt x="336" y="266"/>
                      <a:pt x="337" y="265"/>
                      <a:pt x="338" y="263"/>
                    </a:cubicBezTo>
                    <a:cubicBezTo>
                      <a:pt x="345" y="255"/>
                      <a:pt x="345" y="255"/>
                      <a:pt x="345" y="255"/>
                    </a:cubicBezTo>
                    <a:cubicBezTo>
                      <a:pt x="372" y="224"/>
                      <a:pt x="365" y="166"/>
                      <a:pt x="319" y="138"/>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81" name="Google Shape;181;g3af25aee5e6_0_37"/>
              <p:cNvSpPr/>
              <p:nvPr/>
            </p:nvSpPr>
            <p:spPr>
              <a:xfrm>
                <a:off x="6165851" y="2314576"/>
                <a:ext cx="1384300" cy="1541463"/>
              </a:xfrm>
              <a:custGeom>
                <a:avLst/>
                <a:gdLst/>
                <a:ahLst/>
                <a:cxnLst/>
                <a:rect l="l" t="t" r="r" b="b"/>
                <a:pathLst>
                  <a:path w="367" h="408" extrusionOk="0">
                    <a:moveTo>
                      <a:pt x="221" y="408"/>
                    </a:moveTo>
                    <a:cubicBezTo>
                      <a:pt x="188" y="408"/>
                      <a:pt x="158" y="397"/>
                      <a:pt x="136" y="377"/>
                    </a:cubicBezTo>
                    <a:cubicBezTo>
                      <a:pt x="108" y="350"/>
                      <a:pt x="75" y="328"/>
                      <a:pt x="46" y="310"/>
                    </a:cubicBezTo>
                    <a:cubicBezTo>
                      <a:pt x="18" y="292"/>
                      <a:pt x="1" y="265"/>
                      <a:pt x="0" y="235"/>
                    </a:cubicBezTo>
                    <a:cubicBezTo>
                      <a:pt x="0" y="215"/>
                      <a:pt x="7" y="195"/>
                      <a:pt x="20" y="178"/>
                    </a:cubicBezTo>
                    <a:cubicBezTo>
                      <a:pt x="22" y="174"/>
                      <a:pt x="25" y="170"/>
                      <a:pt x="28" y="167"/>
                    </a:cubicBezTo>
                    <a:cubicBezTo>
                      <a:pt x="29" y="165"/>
                      <a:pt x="30" y="164"/>
                      <a:pt x="31" y="162"/>
                    </a:cubicBezTo>
                    <a:cubicBezTo>
                      <a:pt x="39" y="152"/>
                      <a:pt x="47" y="141"/>
                      <a:pt x="47" y="130"/>
                    </a:cubicBezTo>
                    <a:cubicBezTo>
                      <a:pt x="47" y="98"/>
                      <a:pt x="60" y="73"/>
                      <a:pt x="83" y="56"/>
                    </a:cubicBezTo>
                    <a:cubicBezTo>
                      <a:pt x="114" y="33"/>
                      <a:pt x="164" y="27"/>
                      <a:pt x="208" y="41"/>
                    </a:cubicBezTo>
                    <a:cubicBezTo>
                      <a:pt x="209" y="37"/>
                      <a:pt x="211" y="33"/>
                      <a:pt x="213" y="29"/>
                    </a:cubicBezTo>
                    <a:cubicBezTo>
                      <a:pt x="223" y="9"/>
                      <a:pt x="244" y="0"/>
                      <a:pt x="259" y="8"/>
                    </a:cubicBezTo>
                    <a:cubicBezTo>
                      <a:pt x="266" y="11"/>
                      <a:pt x="271" y="18"/>
                      <a:pt x="272" y="27"/>
                    </a:cubicBezTo>
                    <a:cubicBezTo>
                      <a:pt x="287" y="28"/>
                      <a:pt x="299" y="36"/>
                      <a:pt x="304" y="47"/>
                    </a:cubicBezTo>
                    <a:cubicBezTo>
                      <a:pt x="313" y="66"/>
                      <a:pt x="300" y="90"/>
                      <a:pt x="276" y="100"/>
                    </a:cubicBezTo>
                    <a:cubicBezTo>
                      <a:pt x="275" y="101"/>
                      <a:pt x="275" y="101"/>
                      <a:pt x="275" y="101"/>
                    </a:cubicBezTo>
                    <a:cubicBezTo>
                      <a:pt x="285" y="114"/>
                      <a:pt x="299" y="125"/>
                      <a:pt x="319" y="136"/>
                    </a:cubicBezTo>
                    <a:cubicBezTo>
                      <a:pt x="322" y="138"/>
                      <a:pt x="322" y="138"/>
                      <a:pt x="322" y="138"/>
                    </a:cubicBezTo>
                    <a:cubicBezTo>
                      <a:pt x="322" y="138"/>
                      <a:pt x="322" y="138"/>
                      <a:pt x="322" y="138"/>
                    </a:cubicBezTo>
                    <a:cubicBezTo>
                      <a:pt x="344" y="152"/>
                      <a:pt x="359" y="174"/>
                      <a:pt x="364" y="199"/>
                    </a:cubicBezTo>
                    <a:cubicBezTo>
                      <a:pt x="367" y="221"/>
                      <a:pt x="362" y="243"/>
                      <a:pt x="349" y="258"/>
                    </a:cubicBezTo>
                    <a:cubicBezTo>
                      <a:pt x="341" y="267"/>
                      <a:pt x="341" y="267"/>
                      <a:pt x="341" y="267"/>
                    </a:cubicBezTo>
                    <a:cubicBezTo>
                      <a:pt x="340" y="268"/>
                      <a:pt x="339" y="269"/>
                      <a:pt x="338" y="271"/>
                    </a:cubicBezTo>
                    <a:cubicBezTo>
                      <a:pt x="334" y="275"/>
                      <a:pt x="332" y="280"/>
                      <a:pt x="334" y="285"/>
                    </a:cubicBezTo>
                    <a:cubicBezTo>
                      <a:pt x="337" y="297"/>
                      <a:pt x="338" y="309"/>
                      <a:pt x="337" y="321"/>
                    </a:cubicBezTo>
                    <a:cubicBezTo>
                      <a:pt x="330" y="367"/>
                      <a:pt x="286" y="404"/>
                      <a:pt x="231" y="408"/>
                    </a:cubicBezTo>
                    <a:cubicBezTo>
                      <a:pt x="228" y="408"/>
                      <a:pt x="224" y="408"/>
                      <a:pt x="221" y="408"/>
                    </a:cubicBezTo>
                    <a:close/>
                    <a:moveTo>
                      <a:pt x="159" y="38"/>
                    </a:moveTo>
                    <a:cubicBezTo>
                      <a:pt x="131" y="38"/>
                      <a:pt x="105" y="45"/>
                      <a:pt x="85" y="59"/>
                    </a:cubicBezTo>
                    <a:cubicBezTo>
                      <a:pt x="63" y="75"/>
                      <a:pt x="51" y="100"/>
                      <a:pt x="51" y="130"/>
                    </a:cubicBezTo>
                    <a:cubicBezTo>
                      <a:pt x="51" y="143"/>
                      <a:pt x="42" y="154"/>
                      <a:pt x="34" y="165"/>
                    </a:cubicBezTo>
                    <a:cubicBezTo>
                      <a:pt x="33" y="166"/>
                      <a:pt x="32" y="167"/>
                      <a:pt x="31" y="169"/>
                    </a:cubicBezTo>
                    <a:cubicBezTo>
                      <a:pt x="28" y="173"/>
                      <a:pt x="26" y="176"/>
                      <a:pt x="23" y="180"/>
                    </a:cubicBezTo>
                    <a:cubicBezTo>
                      <a:pt x="10" y="197"/>
                      <a:pt x="4" y="215"/>
                      <a:pt x="4" y="235"/>
                    </a:cubicBezTo>
                    <a:cubicBezTo>
                      <a:pt x="5" y="263"/>
                      <a:pt x="21" y="289"/>
                      <a:pt x="48" y="306"/>
                    </a:cubicBezTo>
                    <a:cubicBezTo>
                      <a:pt x="77" y="325"/>
                      <a:pt x="110" y="347"/>
                      <a:pt x="139" y="374"/>
                    </a:cubicBezTo>
                    <a:cubicBezTo>
                      <a:pt x="163" y="396"/>
                      <a:pt x="196" y="407"/>
                      <a:pt x="231" y="404"/>
                    </a:cubicBezTo>
                    <a:cubicBezTo>
                      <a:pt x="284" y="400"/>
                      <a:pt x="326" y="365"/>
                      <a:pt x="333" y="320"/>
                    </a:cubicBezTo>
                    <a:cubicBezTo>
                      <a:pt x="334" y="309"/>
                      <a:pt x="333" y="298"/>
                      <a:pt x="330" y="287"/>
                    </a:cubicBezTo>
                    <a:cubicBezTo>
                      <a:pt x="328" y="280"/>
                      <a:pt x="330" y="273"/>
                      <a:pt x="335" y="268"/>
                    </a:cubicBezTo>
                    <a:cubicBezTo>
                      <a:pt x="336" y="267"/>
                      <a:pt x="337" y="265"/>
                      <a:pt x="338" y="264"/>
                    </a:cubicBezTo>
                    <a:cubicBezTo>
                      <a:pt x="346" y="255"/>
                      <a:pt x="346" y="255"/>
                      <a:pt x="346" y="255"/>
                    </a:cubicBezTo>
                    <a:cubicBezTo>
                      <a:pt x="358" y="241"/>
                      <a:pt x="363" y="221"/>
                      <a:pt x="360" y="200"/>
                    </a:cubicBezTo>
                    <a:cubicBezTo>
                      <a:pt x="356" y="176"/>
                      <a:pt x="341" y="155"/>
                      <a:pt x="320" y="142"/>
                    </a:cubicBezTo>
                    <a:cubicBezTo>
                      <a:pt x="316" y="140"/>
                      <a:pt x="316" y="140"/>
                      <a:pt x="316" y="140"/>
                    </a:cubicBezTo>
                    <a:cubicBezTo>
                      <a:pt x="295" y="127"/>
                      <a:pt x="281" y="115"/>
                      <a:pt x="270" y="101"/>
                    </a:cubicBezTo>
                    <a:cubicBezTo>
                      <a:pt x="270" y="100"/>
                      <a:pt x="269" y="100"/>
                      <a:pt x="270" y="99"/>
                    </a:cubicBezTo>
                    <a:cubicBezTo>
                      <a:pt x="270" y="99"/>
                      <a:pt x="270" y="98"/>
                      <a:pt x="271" y="98"/>
                    </a:cubicBezTo>
                    <a:cubicBezTo>
                      <a:pt x="272" y="97"/>
                      <a:pt x="273" y="97"/>
                      <a:pt x="274" y="97"/>
                    </a:cubicBezTo>
                    <a:cubicBezTo>
                      <a:pt x="296" y="87"/>
                      <a:pt x="308" y="65"/>
                      <a:pt x="301" y="49"/>
                    </a:cubicBezTo>
                    <a:cubicBezTo>
                      <a:pt x="296" y="38"/>
                      <a:pt x="285" y="32"/>
                      <a:pt x="270" y="31"/>
                    </a:cubicBezTo>
                    <a:cubicBezTo>
                      <a:pt x="269" y="31"/>
                      <a:pt x="269" y="31"/>
                      <a:pt x="269" y="30"/>
                    </a:cubicBezTo>
                    <a:cubicBezTo>
                      <a:pt x="267" y="21"/>
                      <a:pt x="263" y="14"/>
                      <a:pt x="257" y="11"/>
                    </a:cubicBezTo>
                    <a:cubicBezTo>
                      <a:pt x="244" y="4"/>
                      <a:pt x="226" y="13"/>
                      <a:pt x="216" y="31"/>
                    </a:cubicBezTo>
                    <a:cubicBezTo>
                      <a:pt x="214" y="35"/>
                      <a:pt x="212" y="39"/>
                      <a:pt x="212" y="44"/>
                    </a:cubicBezTo>
                    <a:cubicBezTo>
                      <a:pt x="211" y="45"/>
                      <a:pt x="211" y="45"/>
                      <a:pt x="211" y="45"/>
                    </a:cubicBezTo>
                    <a:cubicBezTo>
                      <a:pt x="210" y="46"/>
                      <a:pt x="210" y="46"/>
                      <a:pt x="209" y="46"/>
                    </a:cubicBezTo>
                    <a:cubicBezTo>
                      <a:pt x="193" y="40"/>
                      <a:pt x="176" y="38"/>
                      <a:pt x="159" y="38"/>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82" name="Google Shape;182;g3af25aee5e6_0_37"/>
              <p:cNvSpPr/>
              <p:nvPr/>
            </p:nvSpPr>
            <p:spPr>
              <a:xfrm>
                <a:off x="6889751" y="2867026"/>
                <a:ext cx="163513" cy="230188"/>
              </a:xfrm>
              <a:custGeom>
                <a:avLst/>
                <a:gdLst/>
                <a:ahLst/>
                <a:cxnLst/>
                <a:rect l="l" t="t" r="r" b="b"/>
                <a:pathLst>
                  <a:path w="43" h="61" extrusionOk="0">
                    <a:moveTo>
                      <a:pt x="15" y="1"/>
                    </a:moveTo>
                    <a:cubicBezTo>
                      <a:pt x="10" y="0"/>
                      <a:pt x="10" y="0"/>
                      <a:pt x="10" y="0"/>
                    </a:cubicBezTo>
                    <a:cubicBezTo>
                      <a:pt x="10" y="2"/>
                      <a:pt x="9" y="3"/>
                      <a:pt x="9" y="5"/>
                    </a:cubicBezTo>
                    <a:cubicBezTo>
                      <a:pt x="0" y="56"/>
                      <a:pt x="0" y="56"/>
                      <a:pt x="0" y="56"/>
                    </a:cubicBezTo>
                    <a:cubicBezTo>
                      <a:pt x="0" y="57"/>
                      <a:pt x="0" y="58"/>
                      <a:pt x="0" y="59"/>
                    </a:cubicBezTo>
                    <a:cubicBezTo>
                      <a:pt x="1" y="59"/>
                      <a:pt x="2" y="59"/>
                      <a:pt x="3" y="59"/>
                    </a:cubicBezTo>
                    <a:cubicBezTo>
                      <a:pt x="9" y="60"/>
                      <a:pt x="9" y="60"/>
                      <a:pt x="9" y="60"/>
                    </a:cubicBezTo>
                    <a:cubicBezTo>
                      <a:pt x="25" y="61"/>
                      <a:pt x="39" y="50"/>
                      <a:pt x="41" y="33"/>
                    </a:cubicBezTo>
                    <a:cubicBezTo>
                      <a:pt x="43" y="17"/>
                      <a:pt x="31" y="3"/>
                      <a:pt x="15" y="1"/>
                    </a:cubicBezTo>
                    <a:close/>
                  </a:path>
                </a:pathLst>
              </a:custGeom>
              <a:solidFill>
                <a:srgbClr val="F48B6E"/>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83" name="Google Shape;183;g3af25aee5e6_0_37"/>
              <p:cNvSpPr/>
              <p:nvPr/>
            </p:nvSpPr>
            <p:spPr>
              <a:xfrm>
                <a:off x="6878638" y="2859088"/>
                <a:ext cx="177800" cy="241300"/>
              </a:xfrm>
              <a:custGeom>
                <a:avLst/>
                <a:gdLst/>
                <a:ahLst/>
                <a:cxnLst/>
                <a:rect l="l" t="t" r="r" b="b"/>
                <a:pathLst>
                  <a:path w="47" h="64" extrusionOk="0">
                    <a:moveTo>
                      <a:pt x="15" y="64"/>
                    </a:moveTo>
                    <a:cubicBezTo>
                      <a:pt x="14" y="64"/>
                      <a:pt x="12" y="64"/>
                      <a:pt x="11" y="64"/>
                    </a:cubicBezTo>
                    <a:cubicBezTo>
                      <a:pt x="6" y="63"/>
                      <a:pt x="6" y="63"/>
                      <a:pt x="6" y="63"/>
                    </a:cubicBezTo>
                    <a:cubicBezTo>
                      <a:pt x="5" y="63"/>
                      <a:pt x="3" y="63"/>
                      <a:pt x="2" y="62"/>
                    </a:cubicBezTo>
                    <a:cubicBezTo>
                      <a:pt x="1" y="62"/>
                      <a:pt x="0" y="61"/>
                      <a:pt x="1" y="60"/>
                    </a:cubicBezTo>
                    <a:cubicBezTo>
                      <a:pt x="1" y="59"/>
                      <a:pt x="1" y="59"/>
                      <a:pt x="1" y="59"/>
                    </a:cubicBezTo>
                    <a:cubicBezTo>
                      <a:pt x="1" y="59"/>
                      <a:pt x="1" y="58"/>
                      <a:pt x="1" y="58"/>
                    </a:cubicBezTo>
                    <a:cubicBezTo>
                      <a:pt x="10" y="6"/>
                      <a:pt x="10" y="6"/>
                      <a:pt x="10" y="6"/>
                    </a:cubicBezTo>
                    <a:cubicBezTo>
                      <a:pt x="10" y="5"/>
                      <a:pt x="11" y="4"/>
                      <a:pt x="11" y="3"/>
                    </a:cubicBezTo>
                    <a:cubicBezTo>
                      <a:pt x="11" y="2"/>
                      <a:pt x="11" y="2"/>
                      <a:pt x="11" y="2"/>
                    </a:cubicBezTo>
                    <a:cubicBezTo>
                      <a:pt x="11" y="1"/>
                      <a:pt x="12" y="0"/>
                      <a:pt x="13" y="0"/>
                    </a:cubicBezTo>
                    <a:cubicBezTo>
                      <a:pt x="18" y="1"/>
                      <a:pt x="18" y="1"/>
                      <a:pt x="18" y="1"/>
                    </a:cubicBezTo>
                    <a:cubicBezTo>
                      <a:pt x="26" y="2"/>
                      <a:pt x="34" y="6"/>
                      <a:pt x="39" y="13"/>
                    </a:cubicBezTo>
                    <a:cubicBezTo>
                      <a:pt x="45" y="19"/>
                      <a:pt x="47" y="27"/>
                      <a:pt x="46" y="36"/>
                    </a:cubicBezTo>
                    <a:cubicBezTo>
                      <a:pt x="45" y="44"/>
                      <a:pt x="41" y="52"/>
                      <a:pt x="35" y="57"/>
                    </a:cubicBezTo>
                    <a:cubicBezTo>
                      <a:pt x="29" y="61"/>
                      <a:pt x="22" y="64"/>
                      <a:pt x="15" y="64"/>
                    </a:cubicBezTo>
                    <a:close/>
                    <a:moveTo>
                      <a:pt x="5" y="59"/>
                    </a:moveTo>
                    <a:cubicBezTo>
                      <a:pt x="5" y="59"/>
                      <a:pt x="6" y="59"/>
                      <a:pt x="6" y="59"/>
                    </a:cubicBezTo>
                    <a:cubicBezTo>
                      <a:pt x="12" y="60"/>
                      <a:pt x="12" y="60"/>
                      <a:pt x="12" y="60"/>
                    </a:cubicBezTo>
                    <a:cubicBezTo>
                      <a:pt x="19" y="61"/>
                      <a:pt x="26" y="58"/>
                      <a:pt x="32" y="54"/>
                    </a:cubicBezTo>
                    <a:cubicBezTo>
                      <a:pt x="38" y="49"/>
                      <a:pt x="41" y="43"/>
                      <a:pt x="42" y="35"/>
                    </a:cubicBezTo>
                    <a:cubicBezTo>
                      <a:pt x="43" y="28"/>
                      <a:pt x="41" y="21"/>
                      <a:pt x="36" y="15"/>
                    </a:cubicBezTo>
                    <a:cubicBezTo>
                      <a:pt x="32" y="9"/>
                      <a:pt x="25" y="6"/>
                      <a:pt x="18" y="5"/>
                    </a:cubicBezTo>
                    <a:cubicBezTo>
                      <a:pt x="14" y="5"/>
                      <a:pt x="14" y="5"/>
                      <a:pt x="14" y="5"/>
                    </a:cubicBezTo>
                    <a:cubicBezTo>
                      <a:pt x="14" y="5"/>
                      <a:pt x="14" y="6"/>
                      <a:pt x="14" y="7"/>
                    </a:cubicBezTo>
                    <a:cubicBezTo>
                      <a:pt x="5" y="59"/>
                      <a:pt x="5" y="59"/>
                      <a:pt x="5" y="59"/>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84" name="Google Shape;184;g3af25aee5e6_0_37"/>
              <p:cNvSpPr/>
              <p:nvPr/>
            </p:nvSpPr>
            <p:spPr>
              <a:xfrm>
                <a:off x="6519863" y="3130551"/>
                <a:ext cx="352425" cy="331788"/>
              </a:xfrm>
              <a:custGeom>
                <a:avLst/>
                <a:gdLst/>
                <a:ahLst/>
                <a:cxnLst/>
                <a:rect l="l" t="t" r="r" b="b"/>
                <a:pathLst>
                  <a:path w="93" h="88" extrusionOk="0">
                    <a:moveTo>
                      <a:pt x="64" y="24"/>
                    </a:moveTo>
                    <a:cubicBezTo>
                      <a:pt x="52" y="29"/>
                      <a:pt x="37" y="31"/>
                      <a:pt x="23" y="28"/>
                    </a:cubicBezTo>
                    <a:cubicBezTo>
                      <a:pt x="15" y="27"/>
                      <a:pt x="7" y="25"/>
                      <a:pt x="0" y="22"/>
                    </a:cubicBezTo>
                    <a:cubicBezTo>
                      <a:pt x="1" y="88"/>
                      <a:pt x="1" y="88"/>
                      <a:pt x="1" y="88"/>
                    </a:cubicBezTo>
                    <a:cubicBezTo>
                      <a:pt x="93" y="88"/>
                      <a:pt x="93" y="88"/>
                      <a:pt x="93" y="88"/>
                    </a:cubicBezTo>
                    <a:cubicBezTo>
                      <a:pt x="92" y="0"/>
                      <a:pt x="92" y="0"/>
                      <a:pt x="92" y="0"/>
                    </a:cubicBezTo>
                    <a:cubicBezTo>
                      <a:pt x="85" y="11"/>
                      <a:pt x="76" y="19"/>
                      <a:pt x="64" y="24"/>
                    </a:cubicBezTo>
                    <a:close/>
                  </a:path>
                </a:pathLst>
              </a:custGeom>
              <a:solidFill>
                <a:srgbClr val="F48B6E"/>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85" name="Google Shape;185;g3af25aee5e6_0_37"/>
              <p:cNvSpPr/>
              <p:nvPr/>
            </p:nvSpPr>
            <p:spPr>
              <a:xfrm>
                <a:off x="6513513" y="3122613"/>
                <a:ext cx="365125" cy="347663"/>
              </a:xfrm>
              <a:custGeom>
                <a:avLst/>
                <a:gdLst/>
                <a:ahLst/>
                <a:cxnLst/>
                <a:rect l="l" t="t" r="r" b="b"/>
                <a:pathLst>
                  <a:path w="97" h="92" extrusionOk="0">
                    <a:moveTo>
                      <a:pt x="3" y="92"/>
                    </a:moveTo>
                    <a:cubicBezTo>
                      <a:pt x="2" y="92"/>
                      <a:pt x="1" y="92"/>
                      <a:pt x="1" y="92"/>
                    </a:cubicBezTo>
                    <a:cubicBezTo>
                      <a:pt x="1" y="91"/>
                      <a:pt x="1" y="91"/>
                      <a:pt x="1" y="90"/>
                    </a:cubicBezTo>
                    <a:cubicBezTo>
                      <a:pt x="0" y="24"/>
                      <a:pt x="0" y="24"/>
                      <a:pt x="0" y="24"/>
                    </a:cubicBezTo>
                    <a:cubicBezTo>
                      <a:pt x="0" y="23"/>
                      <a:pt x="0" y="23"/>
                      <a:pt x="1" y="22"/>
                    </a:cubicBezTo>
                    <a:cubicBezTo>
                      <a:pt x="2" y="22"/>
                      <a:pt x="2" y="22"/>
                      <a:pt x="3" y="22"/>
                    </a:cubicBezTo>
                    <a:cubicBezTo>
                      <a:pt x="10" y="25"/>
                      <a:pt x="17" y="27"/>
                      <a:pt x="25" y="28"/>
                    </a:cubicBezTo>
                    <a:cubicBezTo>
                      <a:pt x="39" y="31"/>
                      <a:pt x="53" y="29"/>
                      <a:pt x="65" y="24"/>
                    </a:cubicBezTo>
                    <a:cubicBezTo>
                      <a:pt x="77" y="19"/>
                      <a:pt x="86" y="11"/>
                      <a:pt x="93" y="1"/>
                    </a:cubicBezTo>
                    <a:cubicBezTo>
                      <a:pt x="93" y="0"/>
                      <a:pt x="94" y="0"/>
                      <a:pt x="95" y="0"/>
                    </a:cubicBezTo>
                    <a:cubicBezTo>
                      <a:pt x="96" y="0"/>
                      <a:pt x="96" y="1"/>
                      <a:pt x="96" y="2"/>
                    </a:cubicBezTo>
                    <a:cubicBezTo>
                      <a:pt x="97" y="90"/>
                      <a:pt x="97" y="90"/>
                      <a:pt x="97" y="90"/>
                    </a:cubicBezTo>
                    <a:cubicBezTo>
                      <a:pt x="97" y="90"/>
                      <a:pt x="97" y="91"/>
                      <a:pt x="96" y="91"/>
                    </a:cubicBezTo>
                    <a:cubicBezTo>
                      <a:pt x="96" y="92"/>
                      <a:pt x="95" y="92"/>
                      <a:pt x="95" y="92"/>
                    </a:cubicBezTo>
                    <a:cubicBezTo>
                      <a:pt x="3" y="92"/>
                      <a:pt x="3" y="92"/>
                      <a:pt x="3" y="92"/>
                    </a:cubicBezTo>
                    <a:close/>
                    <a:moveTo>
                      <a:pt x="4" y="27"/>
                    </a:moveTo>
                    <a:cubicBezTo>
                      <a:pt x="4" y="88"/>
                      <a:pt x="4" y="88"/>
                      <a:pt x="4" y="88"/>
                    </a:cubicBezTo>
                    <a:cubicBezTo>
                      <a:pt x="93" y="88"/>
                      <a:pt x="93" y="88"/>
                      <a:pt x="93" y="88"/>
                    </a:cubicBezTo>
                    <a:cubicBezTo>
                      <a:pt x="92" y="8"/>
                      <a:pt x="92" y="8"/>
                      <a:pt x="92" y="8"/>
                    </a:cubicBezTo>
                    <a:cubicBezTo>
                      <a:pt x="86" y="16"/>
                      <a:pt x="77" y="23"/>
                      <a:pt x="67" y="27"/>
                    </a:cubicBezTo>
                    <a:cubicBezTo>
                      <a:pt x="54" y="33"/>
                      <a:pt x="39" y="35"/>
                      <a:pt x="24" y="32"/>
                    </a:cubicBezTo>
                    <a:cubicBezTo>
                      <a:pt x="18" y="31"/>
                      <a:pt x="11" y="30"/>
                      <a:pt x="4" y="27"/>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86" name="Google Shape;186;g3af25aee5e6_0_37"/>
              <p:cNvSpPr/>
              <p:nvPr/>
            </p:nvSpPr>
            <p:spPr>
              <a:xfrm>
                <a:off x="6524626" y="3228976"/>
                <a:ext cx="241300" cy="120650"/>
              </a:xfrm>
              <a:custGeom>
                <a:avLst/>
                <a:gdLst/>
                <a:ahLst/>
                <a:cxnLst/>
                <a:rect l="l" t="t" r="r" b="b"/>
                <a:pathLst>
                  <a:path w="64" h="32" extrusionOk="0">
                    <a:moveTo>
                      <a:pt x="23" y="6"/>
                    </a:moveTo>
                    <a:cubicBezTo>
                      <a:pt x="14" y="5"/>
                      <a:pt x="7" y="3"/>
                      <a:pt x="0" y="0"/>
                    </a:cubicBezTo>
                    <a:cubicBezTo>
                      <a:pt x="0" y="32"/>
                      <a:pt x="0" y="32"/>
                      <a:pt x="0" y="32"/>
                    </a:cubicBezTo>
                    <a:cubicBezTo>
                      <a:pt x="25" y="29"/>
                      <a:pt x="64" y="2"/>
                      <a:pt x="64" y="2"/>
                    </a:cubicBezTo>
                    <a:cubicBezTo>
                      <a:pt x="64" y="2"/>
                      <a:pt x="64" y="2"/>
                      <a:pt x="64" y="2"/>
                    </a:cubicBezTo>
                    <a:cubicBezTo>
                      <a:pt x="51" y="7"/>
                      <a:pt x="37" y="9"/>
                      <a:pt x="23" y="6"/>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87" name="Google Shape;187;g3af25aee5e6_0_37"/>
              <p:cNvSpPr/>
              <p:nvPr/>
            </p:nvSpPr>
            <p:spPr>
              <a:xfrm>
                <a:off x="6384926" y="2609851"/>
                <a:ext cx="523875" cy="695325"/>
              </a:xfrm>
              <a:custGeom>
                <a:avLst/>
                <a:gdLst/>
                <a:ahLst/>
                <a:cxnLst/>
                <a:rect l="l" t="t" r="r" b="b"/>
                <a:pathLst>
                  <a:path w="139" h="184" extrusionOk="0">
                    <a:moveTo>
                      <a:pt x="79" y="10"/>
                    </a:moveTo>
                    <a:cubicBezTo>
                      <a:pt x="81" y="0"/>
                      <a:pt x="81" y="0"/>
                      <a:pt x="81" y="0"/>
                    </a:cubicBezTo>
                    <a:cubicBezTo>
                      <a:pt x="78" y="6"/>
                      <a:pt x="73" y="14"/>
                      <a:pt x="64" y="20"/>
                    </a:cubicBezTo>
                    <a:cubicBezTo>
                      <a:pt x="53" y="27"/>
                      <a:pt x="32" y="24"/>
                      <a:pt x="18" y="32"/>
                    </a:cubicBezTo>
                    <a:cubicBezTo>
                      <a:pt x="16" y="37"/>
                      <a:pt x="14" y="42"/>
                      <a:pt x="13" y="48"/>
                    </a:cubicBezTo>
                    <a:cubicBezTo>
                      <a:pt x="12" y="49"/>
                      <a:pt x="12" y="50"/>
                      <a:pt x="12" y="50"/>
                    </a:cubicBezTo>
                    <a:cubicBezTo>
                      <a:pt x="9" y="66"/>
                      <a:pt x="7" y="81"/>
                      <a:pt x="4" y="96"/>
                    </a:cubicBezTo>
                    <a:cubicBezTo>
                      <a:pt x="4" y="98"/>
                      <a:pt x="3" y="100"/>
                      <a:pt x="3" y="102"/>
                    </a:cubicBezTo>
                    <a:cubicBezTo>
                      <a:pt x="1" y="116"/>
                      <a:pt x="0" y="130"/>
                      <a:pt x="7" y="143"/>
                    </a:cubicBezTo>
                    <a:cubicBezTo>
                      <a:pt x="13" y="155"/>
                      <a:pt x="23" y="165"/>
                      <a:pt x="35" y="171"/>
                    </a:cubicBezTo>
                    <a:cubicBezTo>
                      <a:pt x="42" y="174"/>
                      <a:pt x="49" y="177"/>
                      <a:pt x="57" y="178"/>
                    </a:cubicBezTo>
                    <a:cubicBezTo>
                      <a:pt x="92" y="184"/>
                      <a:pt x="126" y="160"/>
                      <a:pt x="133" y="124"/>
                    </a:cubicBezTo>
                    <a:cubicBezTo>
                      <a:pt x="139" y="96"/>
                      <a:pt x="139" y="96"/>
                      <a:pt x="139" y="96"/>
                    </a:cubicBezTo>
                    <a:cubicBezTo>
                      <a:pt x="113" y="90"/>
                      <a:pt x="70" y="48"/>
                      <a:pt x="79" y="10"/>
                    </a:cubicBezTo>
                    <a:close/>
                  </a:path>
                </a:pathLst>
              </a:custGeom>
              <a:solidFill>
                <a:srgbClr val="F48B6E"/>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88" name="Google Shape;188;g3af25aee5e6_0_37"/>
              <p:cNvSpPr/>
              <p:nvPr/>
            </p:nvSpPr>
            <p:spPr>
              <a:xfrm>
                <a:off x="6376988" y="2598738"/>
                <a:ext cx="539750" cy="693738"/>
              </a:xfrm>
              <a:custGeom>
                <a:avLst/>
                <a:gdLst/>
                <a:ahLst/>
                <a:cxnLst/>
                <a:rect l="l" t="t" r="r" b="b"/>
                <a:pathLst>
                  <a:path w="143" h="184" extrusionOk="0">
                    <a:moveTo>
                      <a:pt x="70" y="184"/>
                    </a:moveTo>
                    <a:cubicBezTo>
                      <a:pt x="66" y="184"/>
                      <a:pt x="62" y="184"/>
                      <a:pt x="58" y="183"/>
                    </a:cubicBezTo>
                    <a:cubicBezTo>
                      <a:pt x="50" y="182"/>
                      <a:pt x="43" y="179"/>
                      <a:pt x="36" y="175"/>
                    </a:cubicBezTo>
                    <a:cubicBezTo>
                      <a:pt x="23" y="169"/>
                      <a:pt x="13" y="159"/>
                      <a:pt x="7" y="147"/>
                    </a:cubicBezTo>
                    <a:cubicBezTo>
                      <a:pt x="0" y="133"/>
                      <a:pt x="1" y="119"/>
                      <a:pt x="3" y="105"/>
                    </a:cubicBezTo>
                    <a:cubicBezTo>
                      <a:pt x="3" y="103"/>
                      <a:pt x="4" y="101"/>
                      <a:pt x="4" y="99"/>
                    </a:cubicBezTo>
                    <a:cubicBezTo>
                      <a:pt x="12" y="53"/>
                      <a:pt x="12" y="53"/>
                      <a:pt x="12" y="53"/>
                    </a:cubicBezTo>
                    <a:cubicBezTo>
                      <a:pt x="12" y="53"/>
                      <a:pt x="12" y="52"/>
                      <a:pt x="12" y="52"/>
                    </a:cubicBezTo>
                    <a:cubicBezTo>
                      <a:pt x="13" y="51"/>
                      <a:pt x="13" y="51"/>
                      <a:pt x="13" y="51"/>
                    </a:cubicBezTo>
                    <a:cubicBezTo>
                      <a:pt x="14" y="45"/>
                      <a:pt x="16" y="39"/>
                      <a:pt x="19" y="34"/>
                    </a:cubicBezTo>
                    <a:cubicBezTo>
                      <a:pt x="19" y="33"/>
                      <a:pt x="19" y="33"/>
                      <a:pt x="19" y="33"/>
                    </a:cubicBezTo>
                    <a:cubicBezTo>
                      <a:pt x="27" y="29"/>
                      <a:pt x="36" y="27"/>
                      <a:pt x="45" y="26"/>
                    </a:cubicBezTo>
                    <a:cubicBezTo>
                      <a:pt x="53" y="25"/>
                      <a:pt x="60" y="24"/>
                      <a:pt x="65" y="21"/>
                    </a:cubicBezTo>
                    <a:cubicBezTo>
                      <a:pt x="74" y="16"/>
                      <a:pt x="79" y="8"/>
                      <a:pt x="81" y="2"/>
                    </a:cubicBezTo>
                    <a:cubicBezTo>
                      <a:pt x="81" y="1"/>
                      <a:pt x="82" y="0"/>
                      <a:pt x="83" y="1"/>
                    </a:cubicBezTo>
                    <a:cubicBezTo>
                      <a:pt x="84" y="1"/>
                      <a:pt x="85" y="2"/>
                      <a:pt x="85" y="3"/>
                    </a:cubicBezTo>
                    <a:cubicBezTo>
                      <a:pt x="83" y="13"/>
                      <a:pt x="83" y="13"/>
                      <a:pt x="83" y="13"/>
                    </a:cubicBezTo>
                    <a:cubicBezTo>
                      <a:pt x="75" y="51"/>
                      <a:pt x="117" y="91"/>
                      <a:pt x="141" y="97"/>
                    </a:cubicBezTo>
                    <a:cubicBezTo>
                      <a:pt x="142" y="98"/>
                      <a:pt x="143" y="99"/>
                      <a:pt x="143" y="100"/>
                    </a:cubicBezTo>
                    <a:cubicBezTo>
                      <a:pt x="137" y="128"/>
                      <a:pt x="137" y="128"/>
                      <a:pt x="137" y="128"/>
                    </a:cubicBezTo>
                    <a:cubicBezTo>
                      <a:pt x="134" y="146"/>
                      <a:pt x="124" y="161"/>
                      <a:pt x="109" y="172"/>
                    </a:cubicBezTo>
                    <a:cubicBezTo>
                      <a:pt x="97" y="180"/>
                      <a:pt x="84" y="184"/>
                      <a:pt x="70" y="184"/>
                    </a:cubicBezTo>
                    <a:close/>
                    <a:moveTo>
                      <a:pt x="22" y="36"/>
                    </a:moveTo>
                    <a:cubicBezTo>
                      <a:pt x="19" y="41"/>
                      <a:pt x="18" y="46"/>
                      <a:pt x="17" y="52"/>
                    </a:cubicBezTo>
                    <a:cubicBezTo>
                      <a:pt x="16" y="53"/>
                      <a:pt x="16" y="53"/>
                      <a:pt x="16" y="53"/>
                    </a:cubicBezTo>
                    <a:cubicBezTo>
                      <a:pt x="16" y="54"/>
                      <a:pt x="16" y="54"/>
                      <a:pt x="16" y="54"/>
                    </a:cubicBezTo>
                    <a:cubicBezTo>
                      <a:pt x="8" y="100"/>
                      <a:pt x="8" y="100"/>
                      <a:pt x="8" y="100"/>
                    </a:cubicBezTo>
                    <a:cubicBezTo>
                      <a:pt x="8" y="101"/>
                      <a:pt x="7" y="103"/>
                      <a:pt x="7" y="105"/>
                    </a:cubicBezTo>
                    <a:cubicBezTo>
                      <a:pt x="5" y="121"/>
                      <a:pt x="4" y="133"/>
                      <a:pt x="11" y="146"/>
                    </a:cubicBezTo>
                    <a:cubicBezTo>
                      <a:pt x="16" y="156"/>
                      <a:pt x="26" y="166"/>
                      <a:pt x="38" y="172"/>
                    </a:cubicBezTo>
                    <a:cubicBezTo>
                      <a:pt x="45" y="175"/>
                      <a:pt x="52" y="178"/>
                      <a:pt x="59" y="179"/>
                    </a:cubicBezTo>
                    <a:cubicBezTo>
                      <a:pt x="76" y="182"/>
                      <a:pt x="93" y="178"/>
                      <a:pt x="107" y="168"/>
                    </a:cubicBezTo>
                    <a:cubicBezTo>
                      <a:pt x="120" y="159"/>
                      <a:pt x="130" y="144"/>
                      <a:pt x="133" y="127"/>
                    </a:cubicBezTo>
                    <a:cubicBezTo>
                      <a:pt x="138" y="101"/>
                      <a:pt x="138" y="101"/>
                      <a:pt x="138" y="101"/>
                    </a:cubicBezTo>
                    <a:cubicBezTo>
                      <a:pt x="113" y="93"/>
                      <a:pt x="72" y="53"/>
                      <a:pt x="78" y="15"/>
                    </a:cubicBezTo>
                    <a:cubicBezTo>
                      <a:pt x="75" y="18"/>
                      <a:pt x="72" y="22"/>
                      <a:pt x="67" y="25"/>
                    </a:cubicBezTo>
                    <a:cubicBezTo>
                      <a:pt x="62" y="28"/>
                      <a:pt x="54" y="29"/>
                      <a:pt x="46" y="30"/>
                    </a:cubicBezTo>
                    <a:cubicBezTo>
                      <a:pt x="37" y="31"/>
                      <a:pt x="29" y="33"/>
                      <a:pt x="22" y="36"/>
                    </a:cubicBezTo>
                    <a:close/>
                    <a:moveTo>
                      <a:pt x="81" y="13"/>
                    </a:moveTo>
                    <a:cubicBezTo>
                      <a:pt x="81" y="13"/>
                      <a:pt x="81" y="13"/>
                      <a:pt x="81" y="13"/>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89" name="Google Shape;189;g3af25aee5e6_0_37"/>
              <p:cNvSpPr/>
              <p:nvPr/>
            </p:nvSpPr>
            <p:spPr>
              <a:xfrm>
                <a:off x="6618288" y="2878138"/>
                <a:ext cx="41275" cy="38100"/>
              </a:xfrm>
              <a:custGeom>
                <a:avLst/>
                <a:gdLst/>
                <a:ahLst/>
                <a:cxnLst/>
                <a:rect l="l" t="t" r="r" b="b"/>
                <a:pathLst>
                  <a:path w="11" h="10" extrusionOk="0">
                    <a:moveTo>
                      <a:pt x="1" y="5"/>
                    </a:moveTo>
                    <a:cubicBezTo>
                      <a:pt x="1" y="8"/>
                      <a:pt x="3" y="10"/>
                      <a:pt x="6" y="10"/>
                    </a:cubicBezTo>
                    <a:cubicBezTo>
                      <a:pt x="9" y="10"/>
                      <a:pt x="11" y="7"/>
                      <a:pt x="10" y="5"/>
                    </a:cubicBezTo>
                    <a:cubicBezTo>
                      <a:pt x="10" y="2"/>
                      <a:pt x="8" y="0"/>
                      <a:pt x="5" y="0"/>
                    </a:cubicBezTo>
                    <a:cubicBezTo>
                      <a:pt x="3" y="0"/>
                      <a:pt x="0" y="2"/>
                      <a:pt x="1" y="5"/>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90" name="Google Shape;190;g3af25aee5e6_0_37"/>
              <p:cNvSpPr/>
              <p:nvPr/>
            </p:nvSpPr>
            <p:spPr>
              <a:xfrm>
                <a:off x="6440488" y="2836863"/>
                <a:ext cx="38100" cy="36513"/>
              </a:xfrm>
              <a:custGeom>
                <a:avLst/>
                <a:gdLst/>
                <a:ahLst/>
                <a:cxnLst/>
                <a:rect l="l" t="t" r="r" b="b"/>
                <a:pathLst>
                  <a:path w="10" h="10" extrusionOk="0">
                    <a:moveTo>
                      <a:pt x="0" y="6"/>
                    </a:moveTo>
                    <a:cubicBezTo>
                      <a:pt x="0" y="8"/>
                      <a:pt x="3" y="10"/>
                      <a:pt x="5" y="10"/>
                    </a:cubicBezTo>
                    <a:cubicBezTo>
                      <a:pt x="8" y="10"/>
                      <a:pt x="10" y="8"/>
                      <a:pt x="10" y="5"/>
                    </a:cubicBezTo>
                    <a:cubicBezTo>
                      <a:pt x="10" y="2"/>
                      <a:pt x="7" y="0"/>
                      <a:pt x="5" y="1"/>
                    </a:cubicBezTo>
                    <a:cubicBezTo>
                      <a:pt x="2" y="1"/>
                      <a:pt x="0" y="3"/>
                      <a:pt x="0" y="6"/>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91" name="Google Shape;191;g3af25aee5e6_0_37"/>
              <p:cNvSpPr/>
              <p:nvPr/>
            </p:nvSpPr>
            <p:spPr>
              <a:xfrm>
                <a:off x="6932613" y="2960688"/>
                <a:ext cx="33338" cy="49213"/>
              </a:xfrm>
              <a:custGeom>
                <a:avLst/>
                <a:gdLst/>
                <a:ahLst/>
                <a:cxnLst/>
                <a:rect l="l" t="t" r="r" b="b"/>
                <a:pathLst>
                  <a:path w="9" h="13" extrusionOk="0">
                    <a:moveTo>
                      <a:pt x="7" y="13"/>
                    </a:moveTo>
                    <a:cubicBezTo>
                      <a:pt x="6" y="13"/>
                      <a:pt x="6" y="13"/>
                      <a:pt x="5" y="13"/>
                    </a:cubicBezTo>
                    <a:cubicBezTo>
                      <a:pt x="1" y="9"/>
                      <a:pt x="1" y="9"/>
                      <a:pt x="1" y="9"/>
                    </a:cubicBezTo>
                    <a:cubicBezTo>
                      <a:pt x="0" y="9"/>
                      <a:pt x="0" y="8"/>
                      <a:pt x="0" y="7"/>
                    </a:cubicBezTo>
                    <a:cubicBezTo>
                      <a:pt x="0" y="6"/>
                      <a:pt x="0" y="5"/>
                      <a:pt x="1" y="5"/>
                    </a:cubicBezTo>
                    <a:cubicBezTo>
                      <a:pt x="6" y="1"/>
                      <a:pt x="6" y="1"/>
                      <a:pt x="6" y="1"/>
                    </a:cubicBezTo>
                    <a:cubicBezTo>
                      <a:pt x="6" y="0"/>
                      <a:pt x="8" y="0"/>
                      <a:pt x="8" y="1"/>
                    </a:cubicBezTo>
                    <a:cubicBezTo>
                      <a:pt x="9" y="2"/>
                      <a:pt x="9" y="3"/>
                      <a:pt x="8" y="4"/>
                    </a:cubicBezTo>
                    <a:cubicBezTo>
                      <a:pt x="4" y="7"/>
                      <a:pt x="4" y="7"/>
                      <a:pt x="4" y="7"/>
                    </a:cubicBezTo>
                    <a:cubicBezTo>
                      <a:pt x="8" y="9"/>
                      <a:pt x="8" y="9"/>
                      <a:pt x="8" y="9"/>
                    </a:cubicBezTo>
                    <a:cubicBezTo>
                      <a:pt x="9" y="10"/>
                      <a:pt x="9" y="11"/>
                      <a:pt x="8" y="12"/>
                    </a:cubicBezTo>
                    <a:cubicBezTo>
                      <a:pt x="8" y="13"/>
                      <a:pt x="7" y="13"/>
                      <a:pt x="7" y="13"/>
                    </a:cubicBezTo>
                    <a:close/>
                    <a:moveTo>
                      <a:pt x="3" y="6"/>
                    </a:moveTo>
                    <a:cubicBezTo>
                      <a:pt x="3" y="6"/>
                      <a:pt x="3" y="6"/>
                      <a:pt x="3" y="6"/>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92" name="Google Shape;192;g3af25aee5e6_0_37"/>
              <p:cNvSpPr/>
              <p:nvPr/>
            </p:nvSpPr>
            <p:spPr>
              <a:xfrm>
                <a:off x="6607176" y="2794001"/>
                <a:ext cx="95250" cy="57150"/>
              </a:xfrm>
              <a:custGeom>
                <a:avLst/>
                <a:gdLst/>
                <a:ahLst/>
                <a:cxnLst/>
                <a:rect l="l" t="t" r="r" b="b"/>
                <a:pathLst>
                  <a:path w="25" h="15" extrusionOk="0">
                    <a:moveTo>
                      <a:pt x="1" y="6"/>
                    </a:moveTo>
                    <a:cubicBezTo>
                      <a:pt x="2" y="7"/>
                      <a:pt x="4" y="8"/>
                      <a:pt x="6" y="9"/>
                    </a:cubicBezTo>
                    <a:cubicBezTo>
                      <a:pt x="8" y="10"/>
                      <a:pt x="10" y="10"/>
                      <a:pt x="12" y="11"/>
                    </a:cubicBezTo>
                    <a:cubicBezTo>
                      <a:pt x="13" y="12"/>
                      <a:pt x="15" y="13"/>
                      <a:pt x="17" y="13"/>
                    </a:cubicBezTo>
                    <a:cubicBezTo>
                      <a:pt x="19" y="14"/>
                      <a:pt x="20" y="15"/>
                      <a:pt x="22" y="15"/>
                    </a:cubicBezTo>
                    <a:cubicBezTo>
                      <a:pt x="24" y="15"/>
                      <a:pt x="25" y="14"/>
                      <a:pt x="24" y="11"/>
                    </a:cubicBezTo>
                    <a:cubicBezTo>
                      <a:pt x="24" y="8"/>
                      <a:pt x="21" y="5"/>
                      <a:pt x="15" y="2"/>
                    </a:cubicBezTo>
                    <a:cubicBezTo>
                      <a:pt x="10" y="0"/>
                      <a:pt x="5" y="0"/>
                      <a:pt x="3" y="2"/>
                    </a:cubicBezTo>
                    <a:cubicBezTo>
                      <a:pt x="0" y="3"/>
                      <a:pt x="0" y="5"/>
                      <a:pt x="1" y="6"/>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93" name="Google Shape;193;g3af25aee5e6_0_37"/>
              <p:cNvSpPr/>
              <p:nvPr/>
            </p:nvSpPr>
            <p:spPr>
              <a:xfrm>
                <a:off x="6418263" y="2749551"/>
                <a:ext cx="101600" cy="38100"/>
              </a:xfrm>
              <a:custGeom>
                <a:avLst/>
                <a:gdLst/>
                <a:ahLst/>
                <a:cxnLst/>
                <a:rect l="l" t="t" r="r" b="b"/>
                <a:pathLst>
                  <a:path w="27" h="10" extrusionOk="0">
                    <a:moveTo>
                      <a:pt x="25" y="9"/>
                    </a:moveTo>
                    <a:cubicBezTo>
                      <a:pt x="23" y="9"/>
                      <a:pt x="21" y="9"/>
                      <a:pt x="19" y="9"/>
                    </a:cubicBezTo>
                    <a:cubicBezTo>
                      <a:pt x="17" y="9"/>
                      <a:pt x="15" y="9"/>
                      <a:pt x="14" y="9"/>
                    </a:cubicBezTo>
                    <a:cubicBezTo>
                      <a:pt x="12" y="10"/>
                      <a:pt x="10" y="10"/>
                      <a:pt x="8" y="10"/>
                    </a:cubicBezTo>
                    <a:cubicBezTo>
                      <a:pt x="6" y="10"/>
                      <a:pt x="4" y="10"/>
                      <a:pt x="2" y="10"/>
                    </a:cubicBezTo>
                    <a:cubicBezTo>
                      <a:pt x="1" y="9"/>
                      <a:pt x="0" y="7"/>
                      <a:pt x="2" y="5"/>
                    </a:cubicBezTo>
                    <a:cubicBezTo>
                      <a:pt x="3" y="3"/>
                      <a:pt x="7" y="0"/>
                      <a:pt x="13" y="0"/>
                    </a:cubicBezTo>
                    <a:cubicBezTo>
                      <a:pt x="19" y="0"/>
                      <a:pt x="23" y="2"/>
                      <a:pt x="25" y="4"/>
                    </a:cubicBezTo>
                    <a:cubicBezTo>
                      <a:pt x="27" y="6"/>
                      <a:pt x="26" y="8"/>
                      <a:pt x="25" y="9"/>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94" name="Google Shape;194;g3af25aee5e6_0_37"/>
              <p:cNvSpPr/>
              <p:nvPr/>
            </p:nvSpPr>
            <p:spPr>
              <a:xfrm>
                <a:off x="6557963" y="2998788"/>
                <a:ext cx="125413" cy="93663"/>
              </a:xfrm>
              <a:custGeom>
                <a:avLst/>
                <a:gdLst/>
                <a:ahLst/>
                <a:cxnLst/>
                <a:rect l="l" t="t" r="r" b="b"/>
                <a:pathLst>
                  <a:path w="33" h="25" extrusionOk="0">
                    <a:moveTo>
                      <a:pt x="26" y="1"/>
                    </a:moveTo>
                    <a:cubicBezTo>
                      <a:pt x="24" y="0"/>
                      <a:pt x="22" y="0"/>
                      <a:pt x="21" y="2"/>
                    </a:cubicBezTo>
                    <a:cubicBezTo>
                      <a:pt x="18" y="4"/>
                      <a:pt x="12" y="9"/>
                      <a:pt x="4" y="10"/>
                    </a:cubicBezTo>
                    <a:cubicBezTo>
                      <a:pt x="1" y="10"/>
                      <a:pt x="0" y="12"/>
                      <a:pt x="1" y="14"/>
                    </a:cubicBezTo>
                    <a:cubicBezTo>
                      <a:pt x="3" y="18"/>
                      <a:pt x="9" y="25"/>
                      <a:pt x="20" y="19"/>
                    </a:cubicBezTo>
                    <a:cubicBezTo>
                      <a:pt x="33" y="13"/>
                      <a:pt x="30" y="4"/>
                      <a:pt x="26" y="1"/>
                    </a:cubicBezTo>
                    <a:close/>
                  </a:path>
                </a:pathLst>
              </a:custGeom>
              <a:solidFill>
                <a:srgbClr val="FEFBFF"/>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95" name="Google Shape;195;g3af25aee5e6_0_37"/>
              <p:cNvSpPr/>
              <p:nvPr/>
            </p:nvSpPr>
            <p:spPr>
              <a:xfrm>
                <a:off x="6554788" y="2990851"/>
                <a:ext cx="123825" cy="95250"/>
              </a:xfrm>
              <a:custGeom>
                <a:avLst/>
                <a:gdLst/>
                <a:ahLst/>
                <a:cxnLst/>
                <a:rect l="l" t="t" r="r" b="b"/>
                <a:pathLst>
                  <a:path w="33" h="25" extrusionOk="0">
                    <a:moveTo>
                      <a:pt x="13" y="25"/>
                    </a:moveTo>
                    <a:cubicBezTo>
                      <a:pt x="5" y="25"/>
                      <a:pt x="2" y="19"/>
                      <a:pt x="1" y="17"/>
                    </a:cubicBezTo>
                    <a:cubicBezTo>
                      <a:pt x="0" y="16"/>
                      <a:pt x="0" y="14"/>
                      <a:pt x="1" y="12"/>
                    </a:cubicBezTo>
                    <a:cubicBezTo>
                      <a:pt x="1" y="11"/>
                      <a:pt x="3" y="10"/>
                      <a:pt x="4" y="10"/>
                    </a:cubicBezTo>
                    <a:cubicBezTo>
                      <a:pt x="12" y="9"/>
                      <a:pt x="18" y="5"/>
                      <a:pt x="20" y="2"/>
                    </a:cubicBezTo>
                    <a:cubicBezTo>
                      <a:pt x="22" y="0"/>
                      <a:pt x="26" y="0"/>
                      <a:pt x="28" y="1"/>
                    </a:cubicBezTo>
                    <a:cubicBezTo>
                      <a:pt x="31" y="3"/>
                      <a:pt x="33" y="7"/>
                      <a:pt x="33" y="10"/>
                    </a:cubicBezTo>
                    <a:cubicBezTo>
                      <a:pt x="32" y="13"/>
                      <a:pt x="31" y="19"/>
                      <a:pt x="22" y="23"/>
                    </a:cubicBezTo>
                    <a:cubicBezTo>
                      <a:pt x="18" y="25"/>
                      <a:pt x="15" y="25"/>
                      <a:pt x="13" y="25"/>
                    </a:cubicBezTo>
                    <a:close/>
                    <a:moveTo>
                      <a:pt x="25" y="4"/>
                    </a:moveTo>
                    <a:cubicBezTo>
                      <a:pt x="24" y="4"/>
                      <a:pt x="23" y="5"/>
                      <a:pt x="23" y="5"/>
                    </a:cubicBezTo>
                    <a:cubicBezTo>
                      <a:pt x="20" y="8"/>
                      <a:pt x="14" y="13"/>
                      <a:pt x="5" y="14"/>
                    </a:cubicBezTo>
                    <a:cubicBezTo>
                      <a:pt x="4" y="14"/>
                      <a:pt x="4" y="14"/>
                      <a:pt x="4" y="14"/>
                    </a:cubicBezTo>
                    <a:cubicBezTo>
                      <a:pt x="4" y="14"/>
                      <a:pt x="4" y="15"/>
                      <a:pt x="4" y="15"/>
                    </a:cubicBezTo>
                    <a:cubicBezTo>
                      <a:pt x="6" y="19"/>
                      <a:pt x="10" y="24"/>
                      <a:pt x="20" y="20"/>
                    </a:cubicBezTo>
                    <a:cubicBezTo>
                      <a:pt x="25" y="17"/>
                      <a:pt x="28" y="13"/>
                      <a:pt x="29" y="10"/>
                    </a:cubicBezTo>
                    <a:cubicBezTo>
                      <a:pt x="29" y="7"/>
                      <a:pt x="27" y="5"/>
                      <a:pt x="26" y="5"/>
                    </a:cubicBezTo>
                    <a:cubicBezTo>
                      <a:pt x="26" y="5"/>
                      <a:pt x="26" y="5"/>
                      <a:pt x="26" y="5"/>
                    </a:cubicBezTo>
                    <a:cubicBezTo>
                      <a:pt x="26" y="4"/>
                      <a:pt x="25" y="4"/>
                      <a:pt x="25" y="4"/>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96" name="Google Shape;196;g3af25aee5e6_0_37"/>
              <p:cNvSpPr/>
              <p:nvPr/>
            </p:nvSpPr>
            <p:spPr>
              <a:xfrm>
                <a:off x="6350001" y="2760663"/>
                <a:ext cx="182563" cy="166688"/>
              </a:xfrm>
              <a:custGeom>
                <a:avLst/>
                <a:gdLst/>
                <a:ahLst/>
                <a:cxnLst/>
                <a:rect l="l" t="t" r="r" b="b"/>
                <a:pathLst>
                  <a:path w="48" h="44" extrusionOk="0">
                    <a:moveTo>
                      <a:pt x="23" y="44"/>
                    </a:moveTo>
                    <a:cubicBezTo>
                      <a:pt x="21" y="44"/>
                      <a:pt x="18" y="44"/>
                      <a:pt x="16" y="43"/>
                    </a:cubicBezTo>
                    <a:cubicBezTo>
                      <a:pt x="10" y="41"/>
                      <a:pt x="6" y="37"/>
                      <a:pt x="3" y="32"/>
                    </a:cubicBezTo>
                    <a:cubicBezTo>
                      <a:pt x="1" y="27"/>
                      <a:pt x="0" y="21"/>
                      <a:pt x="2" y="15"/>
                    </a:cubicBezTo>
                    <a:cubicBezTo>
                      <a:pt x="4" y="10"/>
                      <a:pt x="8" y="5"/>
                      <a:pt x="14" y="3"/>
                    </a:cubicBezTo>
                    <a:cubicBezTo>
                      <a:pt x="19" y="0"/>
                      <a:pt x="25" y="0"/>
                      <a:pt x="30" y="2"/>
                    </a:cubicBezTo>
                    <a:cubicBezTo>
                      <a:pt x="42" y="6"/>
                      <a:pt x="48" y="18"/>
                      <a:pt x="44" y="30"/>
                    </a:cubicBezTo>
                    <a:cubicBezTo>
                      <a:pt x="41" y="39"/>
                      <a:pt x="32" y="44"/>
                      <a:pt x="23" y="44"/>
                    </a:cubicBezTo>
                    <a:close/>
                    <a:moveTo>
                      <a:pt x="23" y="4"/>
                    </a:moveTo>
                    <a:cubicBezTo>
                      <a:pt x="20" y="4"/>
                      <a:pt x="18" y="5"/>
                      <a:pt x="15" y="6"/>
                    </a:cubicBezTo>
                    <a:cubicBezTo>
                      <a:pt x="11" y="8"/>
                      <a:pt x="8" y="12"/>
                      <a:pt x="6" y="16"/>
                    </a:cubicBezTo>
                    <a:cubicBezTo>
                      <a:pt x="5" y="21"/>
                      <a:pt x="5" y="26"/>
                      <a:pt x="7" y="30"/>
                    </a:cubicBezTo>
                    <a:cubicBezTo>
                      <a:pt x="9" y="35"/>
                      <a:pt x="13" y="38"/>
                      <a:pt x="17" y="39"/>
                    </a:cubicBezTo>
                    <a:cubicBezTo>
                      <a:pt x="22" y="41"/>
                      <a:pt x="27" y="41"/>
                      <a:pt x="31" y="39"/>
                    </a:cubicBezTo>
                    <a:cubicBezTo>
                      <a:pt x="35" y="37"/>
                      <a:pt x="38" y="33"/>
                      <a:pt x="40" y="28"/>
                    </a:cubicBezTo>
                    <a:cubicBezTo>
                      <a:pt x="42" y="24"/>
                      <a:pt x="41" y="19"/>
                      <a:pt x="39" y="15"/>
                    </a:cubicBezTo>
                    <a:cubicBezTo>
                      <a:pt x="37" y="10"/>
                      <a:pt x="34" y="7"/>
                      <a:pt x="29" y="5"/>
                    </a:cubicBezTo>
                    <a:cubicBezTo>
                      <a:pt x="27" y="5"/>
                      <a:pt x="25" y="4"/>
                      <a:pt x="23" y="4"/>
                    </a:cubicBezTo>
                    <a:close/>
                  </a:path>
                </a:pathLst>
              </a:custGeom>
              <a:solidFill>
                <a:srgbClr val="FFFFFF"/>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97" name="Google Shape;197;g3af25aee5e6_0_37"/>
              <p:cNvSpPr/>
              <p:nvPr/>
            </p:nvSpPr>
            <p:spPr>
              <a:xfrm>
                <a:off x="6459538" y="2828926"/>
                <a:ext cx="98425" cy="158750"/>
              </a:xfrm>
              <a:custGeom>
                <a:avLst/>
                <a:gdLst/>
                <a:ahLst/>
                <a:cxnLst/>
                <a:rect l="l" t="t" r="r" b="b"/>
                <a:pathLst>
                  <a:path w="26" h="42" extrusionOk="0">
                    <a:moveTo>
                      <a:pt x="26" y="0"/>
                    </a:moveTo>
                    <a:cubicBezTo>
                      <a:pt x="21" y="13"/>
                      <a:pt x="21" y="13"/>
                      <a:pt x="21" y="13"/>
                    </a:cubicBezTo>
                    <a:cubicBezTo>
                      <a:pt x="19" y="17"/>
                      <a:pt x="14" y="20"/>
                      <a:pt x="9" y="18"/>
                    </a:cubicBezTo>
                    <a:cubicBezTo>
                      <a:pt x="6" y="17"/>
                      <a:pt x="4" y="19"/>
                      <a:pt x="3" y="21"/>
                    </a:cubicBezTo>
                    <a:cubicBezTo>
                      <a:pt x="0" y="29"/>
                      <a:pt x="4" y="38"/>
                      <a:pt x="12" y="40"/>
                    </a:cubicBezTo>
                    <a:cubicBezTo>
                      <a:pt x="17" y="42"/>
                      <a:pt x="17" y="42"/>
                      <a:pt x="17" y="42"/>
                    </a:cubicBezTo>
                  </a:path>
                </a:pathLst>
              </a:custGeom>
              <a:solidFill>
                <a:srgbClr val="F48B6E"/>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98" name="Google Shape;198;g3af25aee5e6_0_37"/>
              <p:cNvSpPr/>
              <p:nvPr/>
            </p:nvSpPr>
            <p:spPr>
              <a:xfrm>
                <a:off x="6456363" y="2820988"/>
                <a:ext cx="109538" cy="173038"/>
              </a:xfrm>
              <a:custGeom>
                <a:avLst/>
                <a:gdLst/>
                <a:ahLst/>
                <a:cxnLst/>
                <a:rect l="l" t="t" r="r" b="b"/>
                <a:pathLst>
                  <a:path w="29" h="46" extrusionOk="0">
                    <a:moveTo>
                      <a:pt x="18" y="46"/>
                    </a:moveTo>
                    <a:cubicBezTo>
                      <a:pt x="17" y="46"/>
                      <a:pt x="17" y="46"/>
                      <a:pt x="17" y="46"/>
                    </a:cubicBezTo>
                    <a:cubicBezTo>
                      <a:pt x="12" y="44"/>
                      <a:pt x="12" y="44"/>
                      <a:pt x="12" y="44"/>
                    </a:cubicBezTo>
                    <a:cubicBezTo>
                      <a:pt x="8" y="43"/>
                      <a:pt x="5" y="40"/>
                      <a:pt x="3" y="35"/>
                    </a:cubicBezTo>
                    <a:cubicBezTo>
                      <a:pt x="1" y="31"/>
                      <a:pt x="0" y="27"/>
                      <a:pt x="2" y="22"/>
                    </a:cubicBezTo>
                    <a:cubicBezTo>
                      <a:pt x="3" y="21"/>
                      <a:pt x="4" y="19"/>
                      <a:pt x="5" y="19"/>
                    </a:cubicBezTo>
                    <a:cubicBezTo>
                      <a:pt x="7" y="18"/>
                      <a:pt x="9" y="18"/>
                      <a:pt x="11" y="18"/>
                    </a:cubicBezTo>
                    <a:cubicBezTo>
                      <a:pt x="12" y="19"/>
                      <a:pt x="14" y="19"/>
                      <a:pt x="16" y="18"/>
                    </a:cubicBezTo>
                    <a:cubicBezTo>
                      <a:pt x="18" y="17"/>
                      <a:pt x="19" y="16"/>
                      <a:pt x="20" y="14"/>
                    </a:cubicBezTo>
                    <a:cubicBezTo>
                      <a:pt x="25" y="1"/>
                      <a:pt x="25" y="1"/>
                      <a:pt x="25" y="1"/>
                    </a:cubicBezTo>
                    <a:cubicBezTo>
                      <a:pt x="25" y="0"/>
                      <a:pt x="26" y="0"/>
                      <a:pt x="27" y="0"/>
                    </a:cubicBezTo>
                    <a:cubicBezTo>
                      <a:pt x="28" y="0"/>
                      <a:pt x="29" y="1"/>
                      <a:pt x="28" y="2"/>
                    </a:cubicBezTo>
                    <a:cubicBezTo>
                      <a:pt x="24" y="15"/>
                      <a:pt x="24" y="15"/>
                      <a:pt x="24" y="15"/>
                    </a:cubicBezTo>
                    <a:cubicBezTo>
                      <a:pt x="23" y="18"/>
                      <a:pt x="21" y="20"/>
                      <a:pt x="18" y="22"/>
                    </a:cubicBezTo>
                    <a:cubicBezTo>
                      <a:pt x="15" y="23"/>
                      <a:pt x="12" y="23"/>
                      <a:pt x="9" y="22"/>
                    </a:cubicBezTo>
                    <a:cubicBezTo>
                      <a:pt x="8" y="22"/>
                      <a:pt x="6" y="22"/>
                      <a:pt x="6" y="24"/>
                    </a:cubicBezTo>
                    <a:cubicBezTo>
                      <a:pt x="5" y="27"/>
                      <a:pt x="5" y="31"/>
                      <a:pt x="6" y="34"/>
                    </a:cubicBezTo>
                    <a:cubicBezTo>
                      <a:pt x="8" y="37"/>
                      <a:pt x="10" y="39"/>
                      <a:pt x="14" y="41"/>
                    </a:cubicBezTo>
                    <a:cubicBezTo>
                      <a:pt x="19" y="42"/>
                      <a:pt x="19" y="42"/>
                      <a:pt x="19" y="42"/>
                    </a:cubicBezTo>
                    <a:cubicBezTo>
                      <a:pt x="20" y="43"/>
                      <a:pt x="20" y="44"/>
                      <a:pt x="20" y="45"/>
                    </a:cubicBezTo>
                    <a:cubicBezTo>
                      <a:pt x="20" y="46"/>
                      <a:pt x="19" y="46"/>
                      <a:pt x="18" y="46"/>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199" name="Google Shape;199;g3af25aee5e6_0_37"/>
              <p:cNvSpPr/>
              <p:nvPr/>
            </p:nvSpPr>
            <p:spPr>
              <a:xfrm>
                <a:off x="6557963" y="2787651"/>
                <a:ext cx="204788" cy="200025"/>
              </a:xfrm>
              <a:custGeom>
                <a:avLst/>
                <a:gdLst/>
                <a:ahLst/>
                <a:cxnLst/>
                <a:rect l="l" t="t" r="r" b="b"/>
                <a:pathLst>
                  <a:path w="54" h="53" extrusionOk="0">
                    <a:moveTo>
                      <a:pt x="28" y="53"/>
                    </a:moveTo>
                    <a:cubicBezTo>
                      <a:pt x="25" y="53"/>
                      <a:pt x="22" y="53"/>
                      <a:pt x="20" y="52"/>
                    </a:cubicBezTo>
                    <a:cubicBezTo>
                      <a:pt x="7" y="47"/>
                      <a:pt x="0" y="33"/>
                      <a:pt x="4" y="20"/>
                    </a:cubicBezTo>
                    <a:cubicBezTo>
                      <a:pt x="9" y="7"/>
                      <a:pt x="23" y="0"/>
                      <a:pt x="36" y="5"/>
                    </a:cubicBezTo>
                    <a:cubicBezTo>
                      <a:pt x="42" y="7"/>
                      <a:pt x="47" y="11"/>
                      <a:pt x="50" y="17"/>
                    </a:cubicBezTo>
                    <a:cubicBezTo>
                      <a:pt x="53" y="23"/>
                      <a:pt x="54" y="30"/>
                      <a:pt x="51" y="37"/>
                    </a:cubicBezTo>
                    <a:cubicBezTo>
                      <a:pt x="48" y="47"/>
                      <a:pt x="38" y="53"/>
                      <a:pt x="28" y="53"/>
                    </a:cubicBezTo>
                    <a:close/>
                    <a:moveTo>
                      <a:pt x="28" y="7"/>
                    </a:moveTo>
                    <a:cubicBezTo>
                      <a:pt x="19" y="7"/>
                      <a:pt x="11" y="13"/>
                      <a:pt x="8" y="21"/>
                    </a:cubicBezTo>
                    <a:cubicBezTo>
                      <a:pt x="4" y="32"/>
                      <a:pt x="10" y="44"/>
                      <a:pt x="21" y="48"/>
                    </a:cubicBezTo>
                    <a:cubicBezTo>
                      <a:pt x="32" y="52"/>
                      <a:pt x="44" y="46"/>
                      <a:pt x="48" y="35"/>
                    </a:cubicBezTo>
                    <a:cubicBezTo>
                      <a:pt x="51" y="24"/>
                      <a:pt x="46" y="12"/>
                      <a:pt x="35" y="8"/>
                    </a:cubicBezTo>
                    <a:cubicBezTo>
                      <a:pt x="32" y="8"/>
                      <a:pt x="30" y="7"/>
                      <a:pt x="28" y="7"/>
                    </a:cubicBezTo>
                    <a:close/>
                    <a:moveTo>
                      <a:pt x="50" y="36"/>
                    </a:moveTo>
                    <a:cubicBezTo>
                      <a:pt x="50" y="36"/>
                      <a:pt x="50" y="36"/>
                      <a:pt x="50" y="36"/>
                    </a:cubicBezTo>
                    <a:close/>
                  </a:path>
                </a:pathLst>
              </a:custGeom>
              <a:solidFill>
                <a:srgbClr val="FFFFFF"/>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00" name="Google Shape;200;g3af25aee5e6_0_37"/>
              <p:cNvSpPr/>
              <p:nvPr/>
            </p:nvSpPr>
            <p:spPr>
              <a:xfrm>
                <a:off x="6505576" y="2832101"/>
                <a:ext cx="79375" cy="46038"/>
              </a:xfrm>
              <a:custGeom>
                <a:avLst/>
                <a:gdLst/>
                <a:ahLst/>
                <a:cxnLst/>
                <a:rect l="l" t="t" r="r" b="b"/>
                <a:pathLst>
                  <a:path w="21" h="12" extrusionOk="0">
                    <a:moveTo>
                      <a:pt x="19" y="12"/>
                    </a:moveTo>
                    <a:cubicBezTo>
                      <a:pt x="19" y="12"/>
                      <a:pt x="18" y="12"/>
                      <a:pt x="18" y="11"/>
                    </a:cubicBezTo>
                    <a:cubicBezTo>
                      <a:pt x="10" y="4"/>
                      <a:pt x="3" y="7"/>
                      <a:pt x="3" y="8"/>
                    </a:cubicBezTo>
                    <a:cubicBezTo>
                      <a:pt x="2" y="8"/>
                      <a:pt x="1" y="8"/>
                      <a:pt x="0" y="7"/>
                    </a:cubicBezTo>
                    <a:cubicBezTo>
                      <a:pt x="0" y="6"/>
                      <a:pt x="0" y="5"/>
                      <a:pt x="1" y="4"/>
                    </a:cubicBezTo>
                    <a:cubicBezTo>
                      <a:pt x="4" y="2"/>
                      <a:pt x="12" y="0"/>
                      <a:pt x="20" y="8"/>
                    </a:cubicBezTo>
                    <a:cubicBezTo>
                      <a:pt x="21" y="9"/>
                      <a:pt x="21" y="10"/>
                      <a:pt x="21" y="11"/>
                    </a:cubicBezTo>
                    <a:cubicBezTo>
                      <a:pt x="20" y="12"/>
                      <a:pt x="20" y="12"/>
                      <a:pt x="19" y="12"/>
                    </a:cubicBezTo>
                    <a:close/>
                  </a:path>
                </a:pathLst>
              </a:custGeom>
              <a:solidFill>
                <a:srgbClr val="FFFFFF"/>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01" name="Google Shape;201;g3af25aee5e6_0_37"/>
              <p:cNvSpPr/>
              <p:nvPr/>
            </p:nvSpPr>
            <p:spPr>
              <a:xfrm>
                <a:off x="6878638" y="3382963"/>
                <a:ext cx="695325" cy="1541463"/>
              </a:xfrm>
              <a:custGeom>
                <a:avLst/>
                <a:gdLst/>
                <a:ahLst/>
                <a:cxnLst/>
                <a:rect l="l" t="t" r="r" b="b"/>
                <a:pathLst>
                  <a:path w="184" h="408" extrusionOk="0">
                    <a:moveTo>
                      <a:pt x="182" y="408"/>
                    </a:moveTo>
                    <a:cubicBezTo>
                      <a:pt x="182" y="408"/>
                      <a:pt x="182" y="408"/>
                      <a:pt x="182" y="408"/>
                    </a:cubicBezTo>
                    <a:cubicBezTo>
                      <a:pt x="5" y="406"/>
                      <a:pt x="5" y="406"/>
                      <a:pt x="5" y="406"/>
                    </a:cubicBezTo>
                    <a:cubicBezTo>
                      <a:pt x="4" y="406"/>
                      <a:pt x="3" y="405"/>
                      <a:pt x="3" y="404"/>
                    </a:cubicBezTo>
                    <a:cubicBezTo>
                      <a:pt x="0" y="3"/>
                      <a:pt x="0" y="3"/>
                      <a:pt x="0" y="3"/>
                    </a:cubicBezTo>
                    <a:cubicBezTo>
                      <a:pt x="0" y="1"/>
                      <a:pt x="1" y="1"/>
                      <a:pt x="2" y="1"/>
                    </a:cubicBezTo>
                    <a:cubicBezTo>
                      <a:pt x="58" y="0"/>
                      <a:pt x="58" y="0"/>
                      <a:pt x="58" y="0"/>
                    </a:cubicBezTo>
                    <a:cubicBezTo>
                      <a:pt x="59" y="0"/>
                      <a:pt x="59" y="0"/>
                      <a:pt x="59" y="0"/>
                    </a:cubicBezTo>
                    <a:cubicBezTo>
                      <a:pt x="113" y="0"/>
                      <a:pt x="158" y="32"/>
                      <a:pt x="169" y="76"/>
                    </a:cubicBezTo>
                    <a:cubicBezTo>
                      <a:pt x="184" y="406"/>
                      <a:pt x="184" y="406"/>
                      <a:pt x="184" y="406"/>
                    </a:cubicBezTo>
                    <a:cubicBezTo>
                      <a:pt x="184" y="406"/>
                      <a:pt x="183" y="407"/>
                      <a:pt x="183" y="407"/>
                    </a:cubicBezTo>
                    <a:cubicBezTo>
                      <a:pt x="183" y="407"/>
                      <a:pt x="182" y="408"/>
                      <a:pt x="182" y="408"/>
                    </a:cubicBezTo>
                    <a:close/>
                    <a:moveTo>
                      <a:pt x="7" y="402"/>
                    </a:moveTo>
                    <a:cubicBezTo>
                      <a:pt x="180" y="404"/>
                      <a:pt x="180" y="404"/>
                      <a:pt x="180" y="404"/>
                    </a:cubicBezTo>
                    <a:cubicBezTo>
                      <a:pt x="165" y="77"/>
                      <a:pt x="165" y="77"/>
                      <a:pt x="165" y="77"/>
                    </a:cubicBezTo>
                    <a:cubicBezTo>
                      <a:pt x="153" y="27"/>
                      <a:pt x="102" y="4"/>
                      <a:pt x="59" y="4"/>
                    </a:cubicBezTo>
                    <a:cubicBezTo>
                      <a:pt x="4" y="5"/>
                      <a:pt x="4" y="5"/>
                      <a:pt x="4" y="5"/>
                    </a:cubicBezTo>
                    <a:lnTo>
                      <a:pt x="7" y="402"/>
                    </a:ln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02" name="Google Shape;202;g3af25aee5e6_0_37"/>
              <p:cNvSpPr/>
              <p:nvPr/>
            </p:nvSpPr>
            <p:spPr>
              <a:xfrm>
                <a:off x="6497638" y="3395663"/>
                <a:ext cx="400050" cy="1517650"/>
              </a:xfrm>
              <a:custGeom>
                <a:avLst/>
                <a:gdLst/>
                <a:ahLst/>
                <a:cxnLst/>
                <a:rect l="l" t="t" r="r" b="b"/>
                <a:pathLst>
                  <a:path w="106" h="402" extrusionOk="0">
                    <a:moveTo>
                      <a:pt x="106" y="402"/>
                    </a:moveTo>
                    <a:cubicBezTo>
                      <a:pt x="2" y="402"/>
                      <a:pt x="2" y="402"/>
                      <a:pt x="2" y="402"/>
                    </a:cubicBezTo>
                    <a:cubicBezTo>
                      <a:pt x="0" y="0"/>
                      <a:pt x="0" y="0"/>
                      <a:pt x="0" y="0"/>
                    </a:cubicBezTo>
                    <a:cubicBezTo>
                      <a:pt x="32" y="19"/>
                      <a:pt x="71" y="19"/>
                      <a:pt x="103" y="0"/>
                    </a:cubicBezTo>
                    <a:cubicBezTo>
                      <a:pt x="103" y="0"/>
                      <a:pt x="103" y="0"/>
                      <a:pt x="103" y="0"/>
                    </a:cubicBezTo>
                    <a:lnTo>
                      <a:pt x="106" y="402"/>
                    </a:lnTo>
                    <a:close/>
                  </a:path>
                </a:pathLst>
              </a:custGeom>
              <a:solidFill>
                <a:srgbClr val="FFE6D7"/>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03" name="Google Shape;203;g3af25aee5e6_0_37"/>
              <p:cNvSpPr/>
              <p:nvPr/>
            </p:nvSpPr>
            <p:spPr>
              <a:xfrm>
                <a:off x="6497638" y="3365501"/>
                <a:ext cx="388938" cy="127000"/>
              </a:xfrm>
              <a:custGeom>
                <a:avLst/>
                <a:gdLst/>
                <a:ahLst/>
                <a:cxnLst/>
                <a:rect l="l" t="t" r="r" b="b"/>
                <a:pathLst>
                  <a:path w="103" h="34" extrusionOk="0">
                    <a:moveTo>
                      <a:pt x="103" y="0"/>
                    </a:moveTo>
                    <a:cubicBezTo>
                      <a:pt x="71" y="17"/>
                      <a:pt x="32" y="18"/>
                      <a:pt x="0" y="1"/>
                    </a:cubicBezTo>
                    <a:cubicBezTo>
                      <a:pt x="0" y="17"/>
                      <a:pt x="0" y="17"/>
                      <a:pt x="0" y="17"/>
                    </a:cubicBezTo>
                    <a:cubicBezTo>
                      <a:pt x="32" y="34"/>
                      <a:pt x="71" y="34"/>
                      <a:pt x="103" y="16"/>
                    </a:cubicBezTo>
                    <a:cubicBezTo>
                      <a:pt x="103" y="16"/>
                      <a:pt x="103" y="16"/>
                      <a:pt x="103" y="16"/>
                    </a:cubicBezTo>
                    <a:cubicBezTo>
                      <a:pt x="103" y="0"/>
                      <a:pt x="103" y="0"/>
                      <a:pt x="103" y="0"/>
                    </a:cubicBezTo>
                    <a:close/>
                  </a:path>
                </a:pathLst>
              </a:custGeom>
              <a:solidFill>
                <a:srgbClr val="FFFFFF"/>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04" name="Google Shape;204;g3af25aee5e6_0_37"/>
              <p:cNvSpPr/>
              <p:nvPr/>
            </p:nvSpPr>
            <p:spPr>
              <a:xfrm>
                <a:off x="6489701" y="3357563"/>
                <a:ext cx="404813" cy="128588"/>
              </a:xfrm>
              <a:custGeom>
                <a:avLst/>
                <a:gdLst/>
                <a:ahLst/>
                <a:cxnLst/>
                <a:rect l="l" t="t" r="r" b="b"/>
                <a:pathLst>
                  <a:path w="107" h="34" extrusionOk="0">
                    <a:moveTo>
                      <a:pt x="53" y="34"/>
                    </a:moveTo>
                    <a:cubicBezTo>
                      <a:pt x="35" y="34"/>
                      <a:pt x="17" y="29"/>
                      <a:pt x="1" y="21"/>
                    </a:cubicBezTo>
                    <a:cubicBezTo>
                      <a:pt x="0" y="20"/>
                      <a:pt x="0" y="20"/>
                      <a:pt x="0" y="19"/>
                    </a:cubicBezTo>
                    <a:cubicBezTo>
                      <a:pt x="0" y="3"/>
                      <a:pt x="0" y="3"/>
                      <a:pt x="0" y="3"/>
                    </a:cubicBezTo>
                    <a:cubicBezTo>
                      <a:pt x="0" y="2"/>
                      <a:pt x="0" y="1"/>
                      <a:pt x="0" y="1"/>
                    </a:cubicBezTo>
                    <a:cubicBezTo>
                      <a:pt x="1" y="1"/>
                      <a:pt x="2" y="1"/>
                      <a:pt x="2" y="1"/>
                    </a:cubicBezTo>
                    <a:cubicBezTo>
                      <a:pt x="34" y="18"/>
                      <a:pt x="72" y="17"/>
                      <a:pt x="104" y="0"/>
                    </a:cubicBezTo>
                    <a:cubicBezTo>
                      <a:pt x="105" y="0"/>
                      <a:pt x="106" y="0"/>
                      <a:pt x="106" y="0"/>
                    </a:cubicBezTo>
                    <a:cubicBezTo>
                      <a:pt x="107" y="1"/>
                      <a:pt x="107" y="1"/>
                      <a:pt x="107" y="2"/>
                    </a:cubicBezTo>
                    <a:cubicBezTo>
                      <a:pt x="107" y="18"/>
                      <a:pt x="107" y="18"/>
                      <a:pt x="107" y="18"/>
                    </a:cubicBezTo>
                    <a:cubicBezTo>
                      <a:pt x="107" y="19"/>
                      <a:pt x="107" y="20"/>
                      <a:pt x="106" y="20"/>
                    </a:cubicBezTo>
                    <a:cubicBezTo>
                      <a:pt x="90" y="29"/>
                      <a:pt x="71" y="34"/>
                      <a:pt x="53" y="34"/>
                    </a:cubicBezTo>
                    <a:close/>
                    <a:moveTo>
                      <a:pt x="4" y="18"/>
                    </a:moveTo>
                    <a:cubicBezTo>
                      <a:pt x="35" y="34"/>
                      <a:pt x="72" y="33"/>
                      <a:pt x="103" y="17"/>
                    </a:cubicBezTo>
                    <a:cubicBezTo>
                      <a:pt x="103" y="5"/>
                      <a:pt x="103" y="5"/>
                      <a:pt x="103" y="5"/>
                    </a:cubicBezTo>
                    <a:cubicBezTo>
                      <a:pt x="72" y="21"/>
                      <a:pt x="35" y="21"/>
                      <a:pt x="4" y="6"/>
                    </a:cubicBezTo>
                    <a:lnTo>
                      <a:pt x="4" y="18"/>
                    </a:ln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05" name="Google Shape;205;g3af25aee5e6_0_37"/>
              <p:cNvSpPr/>
              <p:nvPr/>
            </p:nvSpPr>
            <p:spPr>
              <a:xfrm>
                <a:off x="5248276" y="3028951"/>
                <a:ext cx="509588" cy="350838"/>
              </a:xfrm>
              <a:custGeom>
                <a:avLst/>
                <a:gdLst/>
                <a:ahLst/>
                <a:cxnLst/>
                <a:rect l="l" t="t" r="r" b="b"/>
                <a:pathLst>
                  <a:path w="135" h="93" extrusionOk="0">
                    <a:moveTo>
                      <a:pt x="77" y="62"/>
                    </a:moveTo>
                    <a:cubicBezTo>
                      <a:pt x="42" y="83"/>
                      <a:pt x="10" y="93"/>
                      <a:pt x="5" y="84"/>
                    </a:cubicBezTo>
                    <a:cubicBezTo>
                      <a:pt x="0" y="75"/>
                      <a:pt x="23" y="51"/>
                      <a:pt x="58" y="30"/>
                    </a:cubicBezTo>
                    <a:cubicBezTo>
                      <a:pt x="92" y="10"/>
                      <a:pt x="125" y="0"/>
                      <a:pt x="130" y="9"/>
                    </a:cubicBezTo>
                    <a:cubicBezTo>
                      <a:pt x="135" y="17"/>
                      <a:pt x="111" y="41"/>
                      <a:pt x="77" y="62"/>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06" name="Google Shape;206;g3af25aee5e6_0_37"/>
              <p:cNvSpPr/>
              <p:nvPr/>
            </p:nvSpPr>
            <p:spPr>
              <a:xfrm>
                <a:off x="5245101" y="3032126"/>
                <a:ext cx="523875" cy="333375"/>
              </a:xfrm>
              <a:custGeom>
                <a:avLst/>
                <a:gdLst/>
                <a:ahLst/>
                <a:cxnLst/>
                <a:rect l="l" t="t" r="r" b="b"/>
                <a:pathLst>
                  <a:path w="139" h="88" extrusionOk="0">
                    <a:moveTo>
                      <a:pt x="14" y="88"/>
                    </a:moveTo>
                    <a:cubicBezTo>
                      <a:pt x="10" y="88"/>
                      <a:pt x="6" y="87"/>
                      <a:pt x="4" y="84"/>
                    </a:cubicBezTo>
                    <a:cubicBezTo>
                      <a:pt x="0" y="78"/>
                      <a:pt x="8" y="67"/>
                      <a:pt x="16" y="59"/>
                    </a:cubicBezTo>
                    <a:cubicBezTo>
                      <a:pt x="26" y="49"/>
                      <a:pt x="41" y="38"/>
                      <a:pt x="58" y="28"/>
                    </a:cubicBezTo>
                    <a:cubicBezTo>
                      <a:pt x="75" y="18"/>
                      <a:pt x="91" y="10"/>
                      <a:pt x="105" y="6"/>
                    </a:cubicBezTo>
                    <a:cubicBezTo>
                      <a:pt x="115" y="2"/>
                      <a:pt x="129" y="0"/>
                      <a:pt x="133" y="7"/>
                    </a:cubicBezTo>
                    <a:cubicBezTo>
                      <a:pt x="139" y="18"/>
                      <a:pt x="110" y="44"/>
                      <a:pt x="79" y="63"/>
                    </a:cubicBezTo>
                    <a:cubicBezTo>
                      <a:pt x="62" y="73"/>
                      <a:pt x="45" y="81"/>
                      <a:pt x="31" y="85"/>
                    </a:cubicBezTo>
                    <a:cubicBezTo>
                      <a:pt x="26" y="87"/>
                      <a:pt x="20" y="88"/>
                      <a:pt x="14" y="88"/>
                    </a:cubicBezTo>
                    <a:close/>
                    <a:moveTo>
                      <a:pt x="122" y="6"/>
                    </a:moveTo>
                    <a:cubicBezTo>
                      <a:pt x="118" y="6"/>
                      <a:pt x="113" y="7"/>
                      <a:pt x="106" y="9"/>
                    </a:cubicBezTo>
                    <a:cubicBezTo>
                      <a:pt x="93" y="13"/>
                      <a:pt x="76" y="21"/>
                      <a:pt x="60" y="31"/>
                    </a:cubicBezTo>
                    <a:cubicBezTo>
                      <a:pt x="43" y="41"/>
                      <a:pt x="29" y="52"/>
                      <a:pt x="19" y="62"/>
                    </a:cubicBezTo>
                    <a:cubicBezTo>
                      <a:pt x="8" y="73"/>
                      <a:pt x="6" y="79"/>
                      <a:pt x="8" y="82"/>
                    </a:cubicBezTo>
                    <a:cubicBezTo>
                      <a:pt x="9" y="85"/>
                      <a:pt x="16" y="86"/>
                      <a:pt x="30" y="81"/>
                    </a:cubicBezTo>
                    <a:cubicBezTo>
                      <a:pt x="44" y="77"/>
                      <a:pt x="60" y="69"/>
                      <a:pt x="77" y="60"/>
                    </a:cubicBezTo>
                    <a:cubicBezTo>
                      <a:pt x="113" y="38"/>
                      <a:pt x="133" y="15"/>
                      <a:pt x="129" y="9"/>
                    </a:cubicBezTo>
                    <a:cubicBezTo>
                      <a:pt x="128" y="7"/>
                      <a:pt x="126" y="6"/>
                      <a:pt x="122" y="6"/>
                    </a:cubicBezTo>
                    <a:close/>
                    <a:moveTo>
                      <a:pt x="78" y="61"/>
                    </a:moveTo>
                    <a:cubicBezTo>
                      <a:pt x="78" y="61"/>
                      <a:pt x="78" y="61"/>
                      <a:pt x="78" y="61"/>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07" name="Google Shape;207;g3af25aee5e6_0_37"/>
              <p:cNvSpPr/>
              <p:nvPr/>
            </p:nvSpPr>
            <p:spPr>
              <a:xfrm>
                <a:off x="5119688" y="2522538"/>
                <a:ext cx="698500" cy="1046163"/>
              </a:xfrm>
              <a:custGeom>
                <a:avLst/>
                <a:gdLst/>
                <a:ahLst/>
                <a:cxnLst/>
                <a:rect l="l" t="t" r="r" b="b"/>
                <a:pathLst>
                  <a:path w="185" h="277" extrusionOk="0">
                    <a:moveTo>
                      <a:pt x="162" y="166"/>
                    </a:moveTo>
                    <a:cubicBezTo>
                      <a:pt x="162" y="166"/>
                      <a:pt x="145" y="89"/>
                      <a:pt x="94" y="66"/>
                    </a:cubicBezTo>
                    <a:cubicBezTo>
                      <a:pt x="87" y="63"/>
                      <a:pt x="39" y="13"/>
                      <a:pt x="39" y="13"/>
                    </a:cubicBezTo>
                    <a:cubicBezTo>
                      <a:pt x="27" y="3"/>
                      <a:pt x="18" y="0"/>
                      <a:pt x="12" y="3"/>
                    </a:cubicBezTo>
                    <a:cubicBezTo>
                      <a:pt x="2" y="8"/>
                      <a:pt x="2" y="21"/>
                      <a:pt x="9" y="31"/>
                    </a:cubicBezTo>
                    <a:cubicBezTo>
                      <a:pt x="33" y="61"/>
                      <a:pt x="33" y="61"/>
                      <a:pt x="33" y="61"/>
                    </a:cubicBezTo>
                    <a:cubicBezTo>
                      <a:pt x="20" y="75"/>
                      <a:pt x="14" y="97"/>
                      <a:pt x="14" y="97"/>
                    </a:cubicBezTo>
                    <a:cubicBezTo>
                      <a:pt x="0" y="119"/>
                      <a:pt x="4" y="147"/>
                      <a:pt x="24" y="164"/>
                    </a:cubicBezTo>
                    <a:cubicBezTo>
                      <a:pt x="46" y="183"/>
                      <a:pt x="46" y="183"/>
                      <a:pt x="46" y="183"/>
                    </a:cubicBezTo>
                    <a:cubicBezTo>
                      <a:pt x="83" y="277"/>
                      <a:pt x="83" y="277"/>
                      <a:pt x="83" y="277"/>
                    </a:cubicBezTo>
                    <a:cubicBezTo>
                      <a:pt x="185" y="229"/>
                      <a:pt x="185" y="229"/>
                      <a:pt x="185" y="229"/>
                    </a:cubicBezTo>
                    <a:lnTo>
                      <a:pt x="162" y="166"/>
                    </a:lnTo>
                    <a:close/>
                  </a:path>
                </a:pathLst>
              </a:custGeom>
              <a:solidFill>
                <a:srgbClr val="F48B6E"/>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08" name="Google Shape;208;g3af25aee5e6_0_37"/>
              <p:cNvSpPr/>
              <p:nvPr/>
            </p:nvSpPr>
            <p:spPr>
              <a:xfrm>
                <a:off x="5113338" y="2514601"/>
                <a:ext cx="715963" cy="1062038"/>
              </a:xfrm>
              <a:custGeom>
                <a:avLst/>
                <a:gdLst/>
                <a:ahLst/>
                <a:cxnLst/>
                <a:rect l="l" t="t" r="r" b="b"/>
                <a:pathLst>
                  <a:path w="190" h="281" extrusionOk="0">
                    <a:moveTo>
                      <a:pt x="85" y="281"/>
                    </a:moveTo>
                    <a:cubicBezTo>
                      <a:pt x="84" y="281"/>
                      <a:pt x="84" y="281"/>
                      <a:pt x="84" y="281"/>
                    </a:cubicBezTo>
                    <a:cubicBezTo>
                      <a:pt x="84" y="281"/>
                      <a:pt x="83" y="280"/>
                      <a:pt x="83" y="280"/>
                    </a:cubicBezTo>
                    <a:cubicBezTo>
                      <a:pt x="46" y="186"/>
                      <a:pt x="46" y="186"/>
                      <a:pt x="46" y="186"/>
                    </a:cubicBezTo>
                    <a:cubicBezTo>
                      <a:pt x="25" y="167"/>
                      <a:pt x="25" y="167"/>
                      <a:pt x="25" y="167"/>
                    </a:cubicBezTo>
                    <a:cubicBezTo>
                      <a:pt x="5" y="150"/>
                      <a:pt x="0" y="120"/>
                      <a:pt x="15" y="98"/>
                    </a:cubicBezTo>
                    <a:cubicBezTo>
                      <a:pt x="15" y="95"/>
                      <a:pt x="21" y="76"/>
                      <a:pt x="32" y="63"/>
                    </a:cubicBezTo>
                    <a:cubicBezTo>
                      <a:pt x="10" y="34"/>
                      <a:pt x="10" y="34"/>
                      <a:pt x="10" y="34"/>
                    </a:cubicBezTo>
                    <a:cubicBezTo>
                      <a:pt x="5" y="28"/>
                      <a:pt x="3" y="21"/>
                      <a:pt x="5" y="14"/>
                    </a:cubicBezTo>
                    <a:cubicBezTo>
                      <a:pt x="6" y="9"/>
                      <a:pt x="9" y="5"/>
                      <a:pt x="13" y="3"/>
                    </a:cubicBezTo>
                    <a:cubicBezTo>
                      <a:pt x="21" y="0"/>
                      <a:pt x="30" y="3"/>
                      <a:pt x="42" y="13"/>
                    </a:cubicBezTo>
                    <a:cubicBezTo>
                      <a:pt x="61" y="34"/>
                      <a:pt x="92" y="64"/>
                      <a:pt x="96" y="66"/>
                    </a:cubicBezTo>
                    <a:cubicBezTo>
                      <a:pt x="148" y="89"/>
                      <a:pt x="165" y="163"/>
                      <a:pt x="166" y="167"/>
                    </a:cubicBezTo>
                    <a:cubicBezTo>
                      <a:pt x="189" y="231"/>
                      <a:pt x="189" y="231"/>
                      <a:pt x="189" y="231"/>
                    </a:cubicBezTo>
                    <a:cubicBezTo>
                      <a:pt x="190" y="232"/>
                      <a:pt x="189" y="233"/>
                      <a:pt x="188" y="233"/>
                    </a:cubicBezTo>
                    <a:cubicBezTo>
                      <a:pt x="86" y="281"/>
                      <a:pt x="86" y="281"/>
                      <a:pt x="86" y="281"/>
                    </a:cubicBezTo>
                    <a:lnTo>
                      <a:pt x="85" y="281"/>
                    </a:lnTo>
                    <a:close/>
                    <a:moveTo>
                      <a:pt x="19" y="6"/>
                    </a:moveTo>
                    <a:cubicBezTo>
                      <a:pt x="18" y="6"/>
                      <a:pt x="16" y="6"/>
                      <a:pt x="15" y="7"/>
                    </a:cubicBezTo>
                    <a:cubicBezTo>
                      <a:pt x="12" y="9"/>
                      <a:pt x="9" y="11"/>
                      <a:pt x="9" y="15"/>
                    </a:cubicBezTo>
                    <a:cubicBezTo>
                      <a:pt x="7" y="20"/>
                      <a:pt x="9" y="27"/>
                      <a:pt x="13" y="32"/>
                    </a:cubicBezTo>
                    <a:cubicBezTo>
                      <a:pt x="37" y="62"/>
                      <a:pt x="37" y="62"/>
                      <a:pt x="37" y="62"/>
                    </a:cubicBezTo>
                    <a:cubicBezTo>
                      <a:pt x="37" y="63"/>
                      <a:pt x="37" y="64"/>
                      <a:pt x="37" y="65"/>
                    </a:cubicBezTo>
                    <a:cubicBezTo>
                      <a:pt x="24" y="78"/>
                      <a:pt x="18" y="99"/>
                      <a:pt x="18" y="100"/>
                    </a:cubicBezTo>
                    <a:cubicBezTo>
                      <a:pt x="18" y="100"/>
                      <a:pt x="18" y="100"/>
                      <a:pt x="18" y="100"/>
                    </a:cubicBezTo>
                    <a:cubicBezTo>
                      <a:pt x="5" y="121"/>
                      <a:pt x="9" y="148"/>
                      <a:pt x="27" y="164"/>
                    </a:cubicBezTo>
                    <a:cubicBezTo>
                      <a:pt x="49" y="183"/>
                      <a:pt x="49" y="183"/>
                      <a:pt x="49" y="183"/>
                    </a:cubicBezTo>
                    <a:cubicBezTo>
                      <a:pt x="50" y="184"/>
                      <a:pt x="50" y="184"/>
                      <a:pt x="50" y="184"/>
                    </a:cubicBezTo>
                    <a:cubicBezTo>
                      <a:pt x="86" y="276"/>
                      <a:pt x="86" y="276"/>
                      <a:pt x="86" y="276"/>
                    </a:cubicBezTo>
                    <a:cubicBezTo>
                      <a:pt x="185" y="230"/>
                      <a:pt x="185" y="230"/>
                      <a:pt x="185" y="230"/>
                    </a:cubicBezTo>
                    <a:cubicBezTo>
                      <a:pt x="162" y="169"/>
                      <a:pt x="162" y="169"/>
                      <a:pt x="162" y="169"/>
                    </a:cubicBezTo>
                    <a:cubicBezTo>
                      <a:pt x="162" y="168"/>
                      <a:pt x="162" y="168"/>
                      <a:pt x="162" y="168"/>
                    </a:cubicBezTo>
                    <a:cubicBezTo>
                      <a:pt x="162" y="168"/>
                      <a:pt x="145" y="92"/>
                      <a:pt x="95" y="70"/>
                    </a:cubicBezTo>
                    <a:cubicBezTo>
                      <a:pt x="88" y="67"/>
                      <a:pt x="44" y="22"/>
                      <a:pt x="39" y="16"/>
                    </a:cubicBezTo>
                    <a:cubicBezTo>
                      <a:pt x="31" y="10"/>
                      <a:pt x="25" y="6"/>
                      <a:pt x="19" y="6"/>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09" name="Google Shape;209;g3af25aee5e6_0_37"/>
              <p:cNvSpPr/>
              <p:nvPr/>
            </p:nvSpPr>
            <p:spPr>
              <a:xfrm>
                <a:off x="5097463" y="2941638"/>
                <a:ext cx="246063" cy="131763"/>
              </a:xfrm>
              <a:custGeom>
                <a:avLst/>
                <a:gdLst/>
                <a:ahLst/>
                <a:cxnLst/>
                <a:rect l="l" t="t" r="r" b="b"/>
                <a:pathLst>
                  <a:path w="65" h="35" extrusionOk="0">
                    <a:moveTo>
                      <a:pt x="18" y="1"/>
                    </a:moveTo>
                    <a:cubicBezTo>
                      <a:pt x="20" y="2"/>
                      <a:pt x="21" y="2"/>
                      <a:pt x="23" y="2"/>
                    </a:cubicBezTo>
                    <a:cubicBezTo>
                      <a:pt x="53" y="11"/>
                      <a:pt x="53" y="11"/>
                      <a:pt x="53" y="11"/>
                    </a:cubicBezTo>
                    <a:cubicBezTo>
                      <a:pt x="61" y="13"/>
                      <a:pt x="65" y="21"/>
                      <a:pt x="61" y="28"/>
                    </a:cubicBezTo>
                    <a:cubicBezTo>
                      <a:pt x="59" y="33"/>
                      <a:pt x="53" y="35"/>
                      <a:pt x="43" y="35"/>
                    </a:cubicBezTo>
                    <a:cubicBezTo>
                      <a:pt x="15" y="30"/>
                      <a:pt x="15" y="30"/>
                      <a:pt x="15" y="30"/>
                    </a:cubicBezTo>
                    <a:cubicBezTo>
                      <a:pt x="7" y="28"/>
                      <a:pt x="1" y="21"/>
                      <a:pt x="0" y="13"/>
                    </a:cubicBezTo>
                    <a:cubicBezTo>
                      <a:pt x="0" y="6"/>
                      <a:pt x="3" y="0"/>
                      <a:pt x="18" y="1"/>
                    </a:cubicBezTo>
                    <a:close/>
                  </a:path>
                </a:pathLst>
              </a:custGeom>
              <a:solidFill>
                <a:srgbClr val="F48B6E"/>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10" name="Google Shape;210;g3af25aee5e6_0_37"/>
              <p:cNvSpPr/>
              <p:nvPr/>
            </p:nvSpPr>
            <p:spPr>
              <a:xfrm>
                <a:off x="5089526" y="2938463"/>
                <a:ext cx="254000" cy="142875"/>
              </a:xfrm>
              <a:custGeom>
                <a:avLst/>
                <a:gdLst/>
                <a:ahLst/>
                <a:cxnLst/>
                <a:rect l="l" t="t" r="r" b="b"/>
                <a:pathLst>
                  <a:path w="67" h="38" extrusionOk="0">
                    <a:moveTo>
                      <a:pt x="47" y="38"/>
                    </a:moveTo>
                    <a:cubicBezTo>
                      <a:pt x="46" y="38"/>
                      <a:pt x="46" y="38"/>
                      <a:pt x="45" y="38"/>
                    </a:cubicBezTo>
                    <a:cubicBezTo>
                      <a:pt x="17" y="33"/>
                      <a:pt x="17" y="33"/>
                      <a:pt x="17" y="33"/>
                    </a:cubicBezTo>
                    <a:cubicBezTo>
                      <a:pt x="8" y="31"/>
                      <a:pt x="1" y="23"/>
                      <a:pt x="0" y="14"/>
                    </a:cubicBezTo>
                    <a:cubicBezTo>
                      <a:pt x="0" y="10"/>
                      <a:pt x="1" y="7"/>
                      <a:pt x="4" y="4"/>
                    </a:cubicBezTo>
                    <a:cubicBezTo>
                      <a:pt x="7" y="1"/>
                      <a:pt x="13" y="0"/>
                      <a:pt x="20" y="0"/>
                    </a:cubicBezTo>
                    <a:cubicBezTo>
                      <a:pt x="22" y="1"/>
                      <a:pt x="24" y="1"/>
                      <a:pt x="26" y="1"/>
                    </a:cubicBezTo>
                    <a:cubicBezTo>
                      <a:pt x="56" y="10"/>
                      <a:pt x="56" y="10"/>
                      <a:pt x="56" y="10"/>
                    </a:cubicBezTo>
                    <a:cubicBezTo>
                      <a:pt x="60" y="11"/>
                      <a:pt x="64" y="14"/>
                      <a:pt x="66" y="18"/>
                    </a:cubicBezTo>
                    <a:cubicBezTo>
                      <a:pt x="67" y="22"/>
                      <a:pt x="67" y="27"/>
                      <a:pt x="65" y="30"/>
                    </a:cubicBezTo>
                    <a:cubicBezTo>
                      <a:pt x="62" y="35"/>
                      <a:pt x="56" y="38"/>
                      <a:pt x="47" y="38"/>
                    </a:cubicBezTo>
                    <a:close/>
                    <a:moveTo>
                      <a:pt x="17" y="4"/>
                    </a:moveTo>
                    <a:cubicBezTo>
                      <a:pt x="12" y="4"/>
                      <a:pt x="8" y="5"/>
                      <a:pt x="6" y="7"/>
                    </a:cubicBezTo>
                    <a:cubicBezTo>
                      <a:pt x="5" y="9"/>
                      <a:pt x="4" y="11"/>
                      <a:pt x="4" y="14"/>
                    </a:cubicBezTo>
                    <a:cubicBezTo>
                      <a:pt x="5" y="21"/>
                      <a:pt x="10" y="27"/>
                      <a:pt x="18" y="29"/>
                    </a:cubicBezTo>
                    <a:cubicBezTo>
                      <a:pt x="45" y="34"/>
                      <a:pt x="45" y="34"/>
                      <a:pt x="45" y="34"/>
                    </a:cubicBezTo>
                    <a:cubicBezTo>
                      <a:pt x="54" y="34"/>
                      <a:pt x="59" y="32"/>
                      <a:pt x="62" y="28"/>
                    </a:cubicBezTo>
                    <a:cubicBezTo>
                      <a:pt x="63" y="26"/>
                      <a:pt x="63" y="23"/>
                      <a:pt x="62" y="20"/>
                    </a:cubicBezTo>
                    <a:cubicBezTo>
                      <a:pt x="61" y="17"/>
                      <a:pt x="58" y="14"/>
                      <a:pt x="55" y="14"/>
                    </a:cubicBezTo>
                    <a:cubicBezTo>
                      <a:pt x="25" y="5"/>
                      <a:pt x="25" y="5"/>
                      <a:pt x="25" y="5"/>
                    </a:cubicBezTo>
                    <a:cubicBezTo>
                      <a:pt x="23" y="5"/>
                      <a:pt x="21" y="5"/>
                      <a:pt x="20" y="4"/>
                    </a:cubicBezTo>
                    <a:cubicBezTo>
                      <a:pt x="19" y="4"/>
                      <a:pt x="18" y="4"/>
                      <a:pt x="17" y="4"/>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11" name="Google Shape;211;g3af25aee5e6_0_37"/>
              <p:cNvSpPr/>
              <p:nvPr/>
            </p:nvSpPr>
            <p:spPr>
              <a:xfrm>
                <a:off x="5119688" y="2847976"/>
                <a:ext cx="246063" cy="131763"/>
              </a:xfrm>
              <a:custGeom>
                <a:avLst/>
                <a:gdLst/>
                <a:ahLst/>
                <a:cxnLst/>
                <a:rect l="l" t="t" r="r" b="b"/>
                <a:pathLst>
                  <a:path w="65" h="35" extrusionOk="0">
                    <a:moveTo>
                      <a:pt x="18" y="1"/>
                    </a:moveTo>
                    <a:cubicBezTo>
                      <a:pt x="20" y="1"/>
                      <a:pt x="21" y="2"/>
                      <a:pt x="23" y="2"/>
                    </a:cubicBezTo>
                    <a:cubicBezTo>
                      <a:pt x="53" y="10"/>
                      <a:pt x="53" y="10"/>
                      <a:pt x="53" y="10"/>
                    </a:cubicBezTo>
                    <a:cubicBezTo>
                      <a:pt x="61" y="13"/>
                      <a:pt x="65" y="21"/>
                      <a:pt x="61" y="28"/>
                    </a:cubicBezTo>
                    <a:cubicBezTo>
                      <a:pt x="59" y="33"/>
                      <a:pt x="53" y="35"/>
                      <a:pt x="43" y="35"/>
                    </a:cubicBezTo>
                    <a:cubicBezTo>
                      <a:pt x="15" y="30"/>
                      <a:pt x="15" y="30"/>
                      <a:pt x="15" y="30"/>
                    </a:cubicBezTo>
                    <a:cubicBezTo>
                      <a:pt x="7" y="28"/>
                      <a:pt x="0" y="21"/>
                      <a:pt x="0" y="13"/>
                    </a:cubicBezTo>
                    <a:cubicBezTo>
                      <a:pt x="0" y="6"/>
                      <a:pt x="3" y="0"/>
                      <a:pt x="18" y="1"/>
                    </a:cubicBezTo>
                    <a:close/>
                  </a:path>
                </a:pathLst>
              </a:custGeom>
              <a:solidFill>
                <a:srgbClr val="F48B6E"/>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12" name="Google Shape;212;g3af25aee5e6_0_37"/>
              <p:cNvSpPr/>
              <p:nvPr/>
            </p:nvSpPr>
            <p:spPr>
              <a:xfrm>
                <a:off x="5113338" y="2843213"/>
                <a:ext cx="252413" cy="144463"/>
              </a:xfrm>
              <a:custGeom>
                <a:avLst/>
                <a:gdLst/>
                <a:ahLst/>
                <a:cxnLst/>
                <a:rect l="l" t="t" r="r" b="b"/>
                <a:pathLst>
                  <a:path w="67" h="38" extrusionOk="0">
                    <a:moveTo>
                      <a:pt x="47" y="38"/>
                    </a:moveTo>
                    <a:cubicBezTo>
                      <a:pt x="46" y="38"/>
                      <a:pt x="45" y="38"/>
                      <a:pt x="45" y="38"/>
                    </a:cubicBezTo>
                    <a:cubicBezTo>
                      <a:pt x="17" y="33"/>
                      <a:pt x="17" y="33"/>
                      <a:pt x="17" y="33"/>
                    </a:cubicBezTo>
                    <a:cubicBezTo>
                      <a:pt x="7" y="31"/>
                      <a:pt x="0" y="23"/>
                      <a:pt x="0" y="14"/>
                    </a:cubicBezTo>
                    <a:cubicBezTo>
                      <a:pt x="0" y="10"/>
                      <a:pt x="1" y="7"/>
                      <a:pt x="3" y="4"/>
                    </a:cubicBezTo>
                    <a:cubicBezTo>
                      <a:pt x="7" y="1"/>
                      <a:pt x="12" y="0"/>
                      <a:pt x="20" y="0"/>
                    </a:cubicBezTo>
                    <a:cubicBezTo>
                      <a:pt x="20" y="0"/>
                      <a:pt x="20" y="0"/>
                      <a:pt x="20" y="0"/>
                    </a:cubicBezTo>
                    <a:cubicBezTo>
                      <a:pt x="22" y="0"/>
                      <a:pt x="23" y="1"/>
                      <a:pt x="25" y="1"/>
                    </a:cubicBezTo>
                    <a:cubicBezTo>
                      <a:pt x="56" y="10"/>
                      <a:pt x="56" y="10"/>
                      <a:pt x="56" y="10"/>
                    </a:cubicBezTo>
                    <a:cubicBezTo>
                      <a:pt x="60" y="11"/>
                      <a:pt x="64" y="14"/>
                      <a:pt x="66" y="18"/>
                    </a:cubicBezTo>
                    <a:cubicBezTo>
                      <a:pt x="67" y="22"/>
                      <a:pt x="67" y="26"/>
                      <a:pt x="65" y="30"/>
                    </a:cubicBezTo>
                    <a:cubicBezTo>
                      <a:pt x="62" y="35"/>
                      <a:pt x="56" y="38"/>
                      <a:pt x="47" y="38"/>
                    </a:cubicBezTo>
                    <a:close/>
                    <a:moveTo>
                      <a:pt x="16" y="4"/>
                    </a:moveTo>
                    <a:cubicBezTo>
                      <a:pt x="12" y="4"/>
                      <a:pt x="8" y="5"/>
                      <a:pt x="6" y="7"/>
                    </a:cubicBezTo>
                    <a:cubicBezTo>
                      <a:pt x="4" y="9"/>
                      <a:pt x="4" y="11"/>
                      <a:pt x="4" y="14"/>
                    </a:cubicBezTo>
                    <a:cubicBezTo>
                      <a:pt x="4" y="21"/>
                      <a:pt x="10" y="27"/>
                      <a:pt x="17" y="29"/>
                    </a:cubicBezTo>
                    <a:cubicBezTo>
                      <a:pt x="45" y="34"/>
                      <a:pt x="45" y="34"/>
                      <a:pt x="45" y="34"/>
                    </a:cubicBezTo>
                    <a:cubicBezTo>
                      <a:pt x="54" y="34"/>
                      <a:pt x="59" y="32"/>
                      <a:pt x="62" y="28"/>
                    </a:cubicBezTo>
                    <a:cubicBezTo>
                      <a:pt x="63" y="25"/>
                      <a:pt x="63" y="23"/>
                      <a:pt x="62" y="20"/>
                    </a:cubicBezTo>
                    <a:cubicBezTo>
                      <a:pt x="61" y="17"/>
                      <a:pt x="58" y="14"/>
                      <a:pt x="55" y="13"/>
                    </a:cubicBezTo>
                    <a:cubicBezTo>
                      <a:pt x="24" y="5"/>
                      <a:pt x="24" y="5"/>
                      <a:pt x="24" y="5"/>
                    </a:cubicBezTo>
                    <a:cubicBezTo>
                      <a:pt x="23" y="5"/>
                      <a:pt x="21" y="4"/>
                      <a:pt x="20" y="4"/>
                    </a:cubicBezTo>
                    <a:cubicBezTo>
                      <a:pt x="19" y="4"/>
                      <a:pt x="17" y="4"/>
                      <a:pt x="16" y="4"/>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13" name="Google Shape;213;g3af25aee5e6_0_37"/>
              <p:cNvSpPr/>
              <p:nvPr/>
            </p:nvSpPr>
            <p:spPr>
              <a:xfrm>
                <a:off x="5127626" y="2738438"/>
                <a:ext cx="246063" cy="134938"/>
              </a:xfrm>
              <a:custGeom>
                <a:avLst/>
                <a:gdLst/>
                <a:ahLst/>
                <a:cxnLst/>
                <a:rect l="l" t="t" r="r" b="b"/>
                <a:pathLst>
                  <a:path w="65" h="36" extrusionOk="0">
                    <a:moveTo>
                      <a:pt x="18" y="2"/>
                    </a:moveTo>
                    <a:cubicBezTo>
                      <a:pt x="20" y="2"/>
                      <a:pt x="21" y="2"/>
                      <a:pt x="23" y="3"/>
                    </a:cubicBezTo>
                    <a:cubicBezTo>
                      <a:pt x="53" y="11"/>
                      <a:pt x="53" y="11"/>
                      <a:pt x="53" y="11"/>
                    </a:cubicBezTo>
                    <a:cubicBezTo>
                      <a:pt x="61" y="13"/>
                      <a:pt x="65" y="22"/>
                      <a:pt x="61" y="28"/>
                    </a:cubicBezTo>
                    <a:cubicBezTo>
                      <a:pt x="59" y="33"/>
                      <a:pt x="53" y="36"/>
                      <a:pt x="43" y="35"/>
                    </a:cubicBezTo>
                    <a:cubicBezTo>
                      <a:pt x="15" y="30"/>
                      <a:pt x="15" y="30"/>
                      <a:pt x="15" y="30"/>
                    </a:cubicBezTo>
                    <a:cubicBezTo>
                      <a:pt x="7" y="28"/>
                      <a:pt x="1" y="22"/>
                      <a:pt x="0" y="13"/>
                    </a:cubicBezTo>
                    <a:cubicBezTo>
                      <a:pt x="0" y="7"/>
                      <a:pt x="3" y="0"/>
                      <a:pt x="18" y="2"/>
                    </a:cubicBezTo>
                    <a:close/>
                  </a:path>
                </a:pathLst>
              </a:custGeom>
              <a:solidFill>
                <a:srgbClr val="F48B6E"/>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14" name="Google Shape;214;g3af25aee5e6_0_37"/>
              <p:cNvSpPr/>
              <p:nvPr/>
            </p:nvSpPr>
            <p:spPr>
              <a:xfrm>
                <a:off x="5119688" y="2733676"/>
                <a:ext cx="254000" cy="144463"/>
              </a:xfrm>
              <a:custGeom>
                <a:avLst/>
                <a:gdLst/>
                <a:ahLst/>
                <a:cxnLst/>
                <a:rect l="l" t="t" r="r" b="b"/>
                <a:pathLst>
                  <a:path w="67" h="38" extrusionOk="0">
                    <a:moveTo>
                      <a:pt x="47" y="38"/>
                    </a:moveTo>
                    <a:cubicBezTo>
                      <a:pt x="46" y="38"/>
                      <a:pt x="46" y="38"/>
                      <a:pt x="45" y="38"/>
                    </a:cubicBezTo>
                    <a:cubicBezTo>
                      <a:pt x="17" y="33"/>
                      <a:pt x="17" y="33"/>
                      <a:pt x="17" y="33"/>
                    </a:cubicBezTo>
                    <a:cubicBezTo>
                      <a:pt x="8" y="31"/>
                      <a:pt x="1" y="23"/>
                      <a:pt x="0" y="14"/>
                    </a:cubicBezTo>
                    <a:cubicBezTo>
                      <a:pt x="0" y="10"/>
                      <a:pt x="1" y="7"/>
                      <a:pt x="4" y="5"/>
                    </a:cubicBezTo>
                    <a:cubicBezTo>
                      <a:pt x="7" y="1"/>
                      <a:pt x="13" y="0"/>
                      <a:pt x="20" y="1"/>
                    </a:cubicBezTo>
                    <a:cubicBezTo>
                      <a:pt x="20" y="1"/>
                      <a:pt x="20" y="1"/>
                      <a:pt x="20" y="1"/>
                    </a:cubicBezTo>
                    <a:cubicBezTo>
                      <a:pt x="22" y="1"/>
                      <a:pt x="24" y="1"/>
                      <a:pt x="26" y="2"/>
                    </a:cubicBezTo>
                    <a:cubicBezTo>
                      <a:pt x="56" y="10"/>
                      <a:pt x="56" y="10"/>
                      <a:pt x="56" y="10"/>
                    </a:cubicBezTo>
                    <a:cubicBezTo>
                      <a:pt x="60" y="11"/>
                      <a:pt x="64" y="14"/>
                      <a:pt x="66" y="19"/>
                    </a:cubicBezTo>
                    <a:cubicBezTo>
                      <a:pt x="67" y="22"/>
                      <a:pt x="67" y="27"/>
                      <a:pt x="65" y="30"/>
                    </a:cubicBezTo>
                    <a:cubicBezTo>
                      <a:pt x="62" y="36"/>
                      <a:pt x="56" y="38"/>
                      <a:pt x="47" y="38"/>
                    </a:cubicBezTo>
                    <a:close/>
                    <a:moveTo>
                      <a:pt x="17" y="4"/>
                    </a:moveTo>
                    <a:cubicBezTo>
                      <a:pt x="12" y="4"/>
                      <a:pt x="8" y="5"/>
                      <a:pt x="6" y="7"/>
                    </a:cubicBezTo>
                    <a:cubicBezTo>
                      <a:pt x="5" y="9"/>
                      <a:pt x="4" y="11"/>
                      <a:pt x="4" y="14"/>
                    </a:cubicBezTo>
                    <a:cubicBezTo>
                      <a:pt x="4" y="21"/>
                      <a:pt x="10" y="28"/>
                      <a:pt x="18" y="29"/>
                    </a:cubicBezTo>
                    <a:cubicBezTo>
                      <a:pt x="45" y="34"/>
                      <a:pt x="45" y="34"/>
                      <a:pt x="45" y="34"/>
                    </a:cubicBezTo>
                    <a:cubicBezTo>
                      <a:pt x="54" y="35"/>
                      <a:pt x="59" y="33"/>
                      <a:pt x="62" y="28"/>
                    </a:cubicBezTo>
                    <a:cubicBezTo>
                      <a:pt x="63" y="26"/>
                      <a:pt x="63" y="23"/>
                      <a:pt x="62" y="20"/>
                    </a:cubicBezTo>
                    <a:cubicBezTo>
                      <a:pt x="61" y="17"/>
                      <a:pt x="58" y="15"/>
                      <a:pt x="55" y="14"/>
                    </a:cubicBezTo>
                    <a:cubicBezTo>
                      <a:pt x="25" y="5"/>
                      <a:pt x="25" y="5"/>
                      <a:pt x="25" y="5"/>
                    </a:cubicBezTo>
                    <a:cubicBezTo>
                      <a:pt x="23" y="5"/>
                      <a:pt x="21" y="5"/>
                      <a:pt x="20" y="5"/>
                    </a:cubicBezTo>
                    <a:cubicBezTo>
                      <a:pt x="19" y="5"/>
                      <a:pt x="18" y="4"/>
                      <a:pt x="17" y="4"/>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15" name="Google Shape;215;g3af25aee5e6_0_37"/>
              <p:cNvSpPr/>
              <p:nvPr/>
            </p:nvSpPr>
            <p:spPr>
              <a:xfrm>
                <a:off x="5346701" y="2801938"/>
                <a:ext cx="257175" cy="301625"/>
              </a:xfrm>
              <a:custGeom>
                <a:avLst/>
                <a:gdLst/>
                <a:ahLst/>
                <a:cxnLst/>
                <a:rect l="l" t="t" r="r" b="b"/>
                <a:pathLst>
                  <a:path w="68" h="80" extrusionOk="0">
                    <a:moveTo>
                      <a:pt x="7" y="80"/>
                    </a:moveTo>
                    <a:cubicBezTo>
                      <a:pt x="7" y="80"/>
                      <a:pt x="9" y="39"/>
                      <a:pt x="49" y="51"/>
                    </a:cubicBezTo>
                    <a:cubicBezTo>
                      <a:pt x="56" y="53"/>
                      <a:pt x="0" y="36"/>
                      <a:pt x="5" y="18"/>
                    </a:cubicBezTo>
                    <a:cubicBezTo>
                      <a:pt x="9" y="0"/>
                      <a:pt x="39" y="7"/>
                      <a:pt x="68" y="21"/>
                    </a:cubicBezTo>
                  </a:path>
                </a:pathLst>
              </a:custGeom>
              <a:solidFill>
                <a:srgbClr val="F48B6E"/>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16" name="Google Shape;216;g3af25aee5e6_0_37"/>
              <p:cNvSpPr/>
              <p:nvPr/>
            </p:nvSpPr>
            <p:spPr>
              <a:xfrm>
                <a:off x="5346701" y="2801938"/>
                <a:ext cx="263525" cy="309563"/>
              </a:xfrm>
              <a:custGeom>
                <a:avLst/>
                <a:gdLst/>
                <a:ahLst/>
                <a:cxnLst/>
                <a:rect l="l" t="t" r="r" b="b"/>
                <a:pathLst>
                  <a:path w="70" h="82" extrusionOk="0">
                    <a:moveTo>
                      <a:pt x="7" y="82"/>
                    </a:moveTo>
                    <a:cubicBezTo>
                      <a:pt x="7" y="82"/>
                      <a:pt x="7" y="82"/>
                      <a:pt x="7" y="82"/>
                    </a:cubicBezTo>
                    <a:cubicBezTo>
                      <a:pt x="6" y="82"/>
                      <a:pt x="5" y="81"/>
                      <a:pt x="5" y="80"/>
                    </a:cubicBezTo>
                    <a:cubicBezTo>
                      <a:pt x="5" y="79"/>
                      <a:pt x="6" y="61"/>
                      <a:pt x="19" y="51"/>
                    </a:cubicBezTo>
                    <a:cubicBezTo>
                      <a:pt x="23" y="49"/>
                      <a:pt x="28" y="47"/>
                      <a:pt x="33" y="47"/>
                    </a:cubicBezTo>
                    <a:cubicBezTo>
                      <a:pt x="18" y="40"/>
                      <a:pt x="0" y="30"/>
                      <a:pt x="3" y="18"/>
                    </a:cubicBezTo>
                    <a:cubicBezTo>
                      <a:pt x="4" y="13"/>
                      <a:pt x="6" y="10"/>
                      <a:pt x="11" y="8"/>
                    </a:cubicBezTo>
                    <a:cubicBezTo>
                      <a:pt x="26" y="0"/>
                      <a:pt x="57" y="13"/>
                      <a:pt x="69" y="19"/>
                    </a:cubicBezTo>
                    <a:cubicBezTo>
                      <a:pt x="70" y="20"/>
                      <a:pt x="70" y="21"/>
                      <a:pt x="70" y="22"/>
                    </a:cubicBezTo>
                    <a:cubicBezTo>
                      <a:pt x="69" y="23"/>
                      <a:pt x="68" y="23"/>
                      <a:pt x="67" y="23"/>
                    </a:cubicBezTo>
                    <a:cubicBezTo>
                      <a:pt x="43" y="11"/>
                      <a:pt x="22" y="7"/>
                      <a:pt x="12" y="11"/>
                    </a:cubicBezTo>
                    <a:cubicBezTo>
                      <a:pt x="9" y="13"/>
                      <a:pt x="7" y="15"/>
                      <a:pt x="6" y="19"/>
                    </a:cubicBezTo>
                    <a:cubicBezTo>
                      <a:pt x="4" y="30"/>
                      <a:pt x="33" y="43"/>
                      <a:pt x="50" y="49"/>
                    </a:cubicBezTo>
                    <a:cubicBezTo>
                      <a:pt x="50" y="49"/>
                      <a:pt x="50" y="49"/>
                      <a:pt x="50" y="49"/>
                    </a:cubicBezTo>
                    <a:cubicBezTo>
                      <a:pt x="51" y="49"/>
                      <a:pt x="52" y="51"/>
                      <a:pt x="52" y="52"/>
                    </a:cubicBezTo>
                    <a:cubicBezTo>
                      <a:pt x="52" y="53"/>
                      <a:pt x="50" y="53"/>
                      <a:pt x="49" y="53"/>
                    </a:cubicBezTo>
                    <a:cubicBezTo>
                      <a:pt x="49" y="53"/>
                      <a:pt x="49" y="53"/>
                      <a:pt x="49" y="53"/>
                    </a:cubicBezTo>
                    <a:cubicBezTo>
                      <a:pt x="49" y="53"/>
                      <a:pt x="49" y="53"/>
                      <a:pt x="49" y="53"/>
                    </a:cubicBezTo>
                    <a:cubicBezTo>
                      <a:pt x="49" y="53"/>
                      <a:pt x="49" y="53"/>
                      <a:pt x="49" y="53"/>
                    </a:cubicBezTo>
                    <a:cubicBezTo>
                      <a:pt x="37" y="49"/>
                      <a:pt x="28" y="50"/>
                      <a:pt x="21" y="55"/>
                    </a:cubicBezTo>
                    <a:cubicBezTo>
                      <a:pt x="10" y="63"/>
                      <a:pt x="9" y="80"/>
                      <a:pt x="9" y="80"/>
                    </a:cubicBezTo>
                    <a:cubicBezTo>
                      <a:pt x="9" y="81"/>
                      <a:pt x="8" y="82"/>
                      <a:pt x="7" y="82"/>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17" name="Google Shape;217;g3af25aee5e6_0_37"/>
              <p:cNvSpPr/>
              <p:nvPr/>
            </p:nvSpPr>
            <p:spPr>
              <a:xfrm>
                <a:off x="5264151" y="3067051"/>
                <a:ext cx="1093788" cy="1616075"/>
              </a:xfrm>
              <a:custGeom>
                <a:avLst/>
                <a:gdLst/>
                <a:ahLst/>
                <a:cxnLst/>
                <a:rect l="l" t="t" r="r" b="b"/>
                <a:pathLst>
                  <a:path w="290" h="428" extrusionOk="0">
                    <a:moveTo>
                      <a:pt x="272" y="247"/>
                    </a:moveTo>
                    <a:cubicBezTo>
                      <a:pt x="127" y="0"/>
                      <a:pt x="127" y="0"/>
                      <a:pt x="127" y="0"/>
                    </a:cubicBezTo>
                    <a:cubicBezTo>
                      <a:pt x="101" y="34"/>
                      <a:pt x="64" y="58"/>
                      <a:pt x="22" y="67"/>
                    </a:cubicBezTo>
                    <a:cubicBezTo>
                      <a:pt x="0" y="72"/>
                      <a:pt x="0" y="72"/>
                      <a:pt x="0" y="72"/>
                    </a:cubicBezTo>
                    <a:cubicBezTo>
                      <a:pt x="122" y="324"/>
                      <a:pt x="122" y="324"/>
                      <a:pt x="122" y="324"/>
                    </a:cubicBezTo>
                    <a:cubicBezTo>
                      <a:pt x="170" y="428"/>
                      <a:pt x="269" y="418"/>
                      <a:pt x="290" y="356"/>
                    </a:cubicBezTo>
                    <a:cubicBezTo>
                      <a:pt x="272" y="247"/>
                      <a:pt x="272" y="247"/>
                      <a:pt x="272" y="247"/>
                    </a:cubicBezTo>
                  </a:path>
                </a:pathLst>
              </a:custGeom>
              <a:solidFill>
                <a:schemeClr val="accent1"/>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18" name="Google Shape;218;g3af25aee5e6_0_37"/>
              <p:cNvSpPr/>
              <p:nvPr/>
            </p:nvSpPr>
            <p:spPr>
              <a:xfrm>
                <a:off x="5253038" y="3051176"/>
                <a:ext cx="1112838" cy="1541463"/>
              </a:xfrm>
              <a:custGeom>
                <a:avLst/>
                <a:gdLst/>
                <a:ahLst/>
                <a:cxnLst/>
                <a:rect l="l" t="t" r="r" b="b"/>
                <a:pathLst>
                  <a:path w="295" h="408" extrusionOk="0">
                    <a:moveTo>
                      <a:pt x="277" y="250"/>
                    </a:moveTo>
                    <a:cubicBezTo>
                      <a:pt x="130" y="0"/>
                      <a:pt x="130" y="0"/>
                      <a:pt x="130" y="0"/>
                    </a:cubicBezTo>
                    <a:cubicBezTo>
                      <a:pt x="128" y="3"/>
                      <a:pt x="128" y="3"/>
                      <a:pt x="128" y="3"/>
                    </a:cubicBezTo>
                    <a:cubicBezTo>
                      <a:pt x="103" y="36"/>
                      <a:pt x="66" y="60"/>
                      <a:pt x="25" y="69"/>
                    </a:cubicBezTo>
                    <a:cubicBezTo>
                      <a:pt x="0" y="75"/>
                      <a:pt x="0" y="75"/>
                      <a:pt x="0" y="75"/>
                    </a:cubicBezTo>
                    <a:cubicBezTo>
                      <a:pt x="123" y="328"/>
                      <a:pt x="123" y="328"/>
                      <a:pt x="123" y="328"/>
                    </a:cubicBezTo>
                    <a:cubicBezTo>
                      <a:pt x="125" y="328"/>
                      <a:pt x="125" y="328"/>
                      <a:pt x="125" y="328"/>
                    </a:cubicBezTo>
                    <a:cubicBezTo>
                      <a:pt x="123" y="328"/>
                      <a:pt x="123" y="328"/>
                      <a:pt x="123" y="328"/>
                    </a:cubicBezTo>
                    <a:cubicBezTo>
                      <a:pt x="149" y="385"/>
                      <a:pt x="190" y="408"/>
                      <a:pt x="226" y="408"/>
                    </a:cubicBezTo>
                    <a:cubicBezTo>
                      <a:pt x="257" y="408"/>
                      <a:pt x="284" y="390"/>
                      <a:pt x="295" y="361"/>
                    </a:cubicBezTo>
                    <a:cubicBezTo>
                      <a:pt x="291" y="360"/>
                      <a:pt x="291" y="360"/>
                      <a:pt x="291" y="360"/>
                    </a:cubicBezTo>
                    <a:cubicBezTo>
                      <a:pt x="281" y="387"/>
                      <a:pt x="256" y="404"/>
                      <a:pt x="226" y="404"/>
                    </a:cubicBezTo>
                    <a:cubicBezTo>
                      <a:pt x="192" y="404"/>
                      <a:pt x="152" y="382"/>
                      <a:pt x="127" y="327"/>
                    </a:cubicBezTo>
                    <a:cubicBezTo>
                      <a:pt x="127" y="327"/>
                      <a:pt x="127" y="327"/>
                      <a:pt x="127" y="327"/>
                    </a:cubicBezTo>
                    <a:cubicBezTo>
                      <a:pt x="6" y="78"/>
                      <a:pt x="6" y="78"/>
                      <a:pt x="6" y="78"/>
                    </a:cubicBezTo>
                    <a:cubicBezTo>
                      <a:pt x="26" y="73"/>
                      <a:pt x="26" y="73"/>
                      <a:pt x="26" y="73"/>
                    </a:cubicBezTo>
                    <a:cubicBezTo>
                      <a:pt x="68" y="64"/>
                      <a:pt x="105" y="40"/>
                      <a:pt x="131" y="5"/>
                    </a:cubicBezTo>
                    <a:cubicBezTo>
                      <a:pt x="130" y="4"/>
                      <a:pt x="130" y="4"/>
                      <a:pt x="130" y="4"/>
                    </a:cubicBezTo>
                    <a:cubicBezTo>
                      <a:pt x="128" y="5"/>
                      <a:pt x="128" y="5"/>
                      <a:pt x="128" y="5"/>
                    </a:cubicBezTo>
                    <a:cubicBezTo>
                      <a:pt x="274" y="252"/>
                      <a:pt x="274" y="252"/>
                      <a:pt x="274" y="252"/>
                    </a:cubicBezTo>
                    <a:cubicBezTo>
                      <a:pt x="277" y="250"/>
                      <a:pt x="277" y="250"/>
                      <a:pt x="277" y="250"/>
                    </a:cubicBezTo>
                  </a:path>
                </a:pathLst>
              </a:custGeom>
              <a:solidFill>
                <a:srgbClr val="000000"/>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19" name="Google Shape;219;g3af25aee5e6_0_37"/>
              <p:cNvSpPr/>
              <p:nvPr/>
            </p:nvSpPr>
            <p:spPr>
              <a:xfrm>
                <a:off x="5349876" y="3376613"/>
                <a:ext cx="68263" cy="68263"/>
              </a:xfrm>
              <a:custGeom>
                <a:avLst/>
                <a:gdLst/>
                <a:ahLst/>
                <a:cxnLst/>
                <a:rect l="l" t="t" r="r" b="b"/>
                <a:pathLst>
                  <a:path w="18" h="18" extrusionOk="0">
                    <a:moveTo>
                      <a:pt x="16" y="4"/>
                    </a:moveTo>
                    <a:cubicBezTo>
                      <a:pt x="18" y="8"/>
                      <a:pt x="18" y="13"/>
                      <a:pt x="14" y="16"/>
                    </a:cubicBezTo>
                    <a:cubicBezTo>
                      <a:pt x="11" y="18"/>
                      <a:pt x="6" y="18"/>
                      <a:pt x="3" y="14"/>
                    </a:cubicBezTo>
                    <a:cubicBezTo>
                      <a:pt x="0" y="11"/>
                      <a:pt x="1" y="6"/>
                      <a:pt x="5" y="3"/>
                    </a:cubicBezTo>
                    <a:cubicBezTo>
                      <a:pt x="8" y="0"/>
                      <a:pt x="13" y="1"/>
                      <a:pt x="16" y="4"/>
                    </a:cubicBezTo>
                    <a:close/>
                  </a:path>
                </a:pathLst>
              </a:custGeom>
              <a:solidFill>
                <a:srgbClr val="F9F8F6"/>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20" name="Google Shape;220;g3af25aee5e6_0_37"/>
              <p:cNvSpPr/>
              <p:nvPr/>
            </p:nvSpPr>
            <p:spPr>
              <a:xfrm>
                <a:off x="5346701" y="3371851"/>
                <a:ext cx="82550" cy="76200"/>
              </a:xfrm>
              <a:custGeom>
                <a:avLst/>
                <a:gdLst/>
                <a:ahLst/>
                <a:cxnLst/>
                <a:rect l="l" t="t" r="r" b="b"/>
                <a:pathLst>
                  <a:path w="22" h="20" extrusionOk="0">
                    <a:moveTo>
                      <a:pt x="10" y="20"/>
                    </a:moveTo>
                    <a:cubicBezTo>
                      <a:pt x="7" y="20"/>
                      <a:pt x="4" y="19"/>
                      <a:pt x="3" y="16"/>
                    </a:cubicBezTo>
                    <a:cubicBezTo>
                      <a:pt x="1" y="14"/>
                      <a:pt x="0" y="12"/>
                      <a:pt x="1" y="9"/>
                    </a:cubicBezTo>
                    <a:cubicBezTo>
                      <a:pt x="1" y="6"/>
                      <a:pt x="2" y="4"/>
                      <a:pt x="4" y="2"/>
                    </a:cubicBezTo>
                    <a:cubicBezTo>
                      <a:pt x="6" y="1"/>
                      <a:pt x="9" y="0"/>
                      <a:pt x="12" y="1"/>
                    </a:cubicBezTo>
                    <a:cubicBezTo>
                      <a:pt x="14" y="1"/>
                      <a:pt x="17" y="2"/>
                      <a:pt x="18" y="4"/>
                    </a:cubicBezTo>
                    <a:cubicBezTo>
                      <a:pt x="22" y="9"/>
                      <a:pt x="21" y="15"/>
                      <a:pt x="16" y="18"/>
                    </a:cubicBezTo>
                    <a:cubicBezTo>
                      <a:pt x="15" y="20"/>
                      <a:pt x="12" y="20"/>
                      <a:pt x="10" y="20"/>
                    </a:cubicBezTo>
                    <a:close/>
                    <a:moveTo>
                      <a:pt x="10" y="4"/>
                    </a:moveTo>
                    <a:cubicBezTo>
                      <a:pt x="9" y="4"/>
                      <a:pt x="8" y="5"/>
                      <a:pt x="7" y="6"/>
                    </a:cubicBezTo>
                    <a:cubicBezTo>
                      <a:pt x="6" y="7"/>
                      <a:pt x="5" y="8"/>
                      <a:pt x="5" y="10"/>
                    </a:cubicBezTo>
                    <a:cubicBezTo>
                      <a:pt x="4" y="11"/>
                      <a:pt x="5" y="13"/>
                      <a:pt x="6" y="14"/>
                    </a:cubicBezTo>
                    <a:cubicBezTo>
                      <a:pt x="8" y="16"/>
                      <a:pt x="11" y="17"/>
                      <a:pt x="14" y="15"/>
                    </a:cubicBezTo>
                    <a:cubicBezTo>
                      <a:pt x="17" y="13"/>
                      <a:pt x="17" y="9"/>
                      <a:pt x="15" y="7"/>
                    </a:cubicBezTo>
                    <a:cubicBezTo>
                      <a:pt x="14" y="5"/>
                      <a:pt x="13" y="5"/>
                      <a:pt x="11" y="4"/>
                    </a:cubicBezTo>
                    <a:lnTo>
                      <a:pt x="10" y="4"/>
                    </a:ln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21" name="Google Shape;221;g3af25aee5e6_0_37"/>
              <p:cNvSpPr/>
              <p:nvPr/>
            </p:nvSpPr>
            <p:spPr>
              <a:xfrm>
                <a:off x="5338763" y="3376613"/>
                <a:ext cx="295275" cy="139700"/>
              </a:xfrm>
              <a:custGeom>
                <a:avLst/>
                <a:gdLst/>
                <a:ahLst/>
                <a:cxnLst/>
                <a:rect l="l" t="t" r="r" b="b"/>
                <a:pathLst>
                  <a:path w="78" h="37" extrusionOk="0">
                    <a:moveTo>
                      <a:pt x="2" y="37"/>
                    </a:moveTo>
                    <a:cubicBezTo>
                      <a:pt x="2" y="37"/>
                      <a:pt x="2" y="37"/>
                      <a:pt x="2" y="37"/>
                    </a:cubicBezTo>
                    <a:cubicBezTo>
                      <a:pt x="1" y="37"/>
                      <a:pt x="0" y="36"/>
                      <a:pt x="0" y="35"/>
                    </a:cubicBezTo>
                    <a:cubicBezTo>
                      <a:pt x="0" y="34"/>
                      <a:pt x="1" y="33"/>
                      <a:pt x="2" y="33"/>
                    </a:cubicBezTo>
                    <a:cubicBezTo>
                      <a:pt x="2" y="33"/>
                      <a:pt x="2" y="33"/>
                      <a:pt x="2" y="33"/>
                    </a:cubicBezTo>
                    <a:cubicBezTo>
                      <a:pt x="2" y="33"/>
                      <a:pt x="30" y="33"/>
                      <a:pt x="75" y="1"/>
                    </a:cubicBezTo>
                    <a:cubicBezTo>
                      <a:pt x="76" y="0"/>
                      <a:pt x="77" y="0"/>
                      <a:pt x="78" y="1"/>
                    </a:cubicBezTo>
                    <a:cubicBezTo>
                      <a:pt x="78" y="2"/>
                      <a:pt x="78" y="3"/>
                      <a:pt x="77" y="4"/>
                    </a:cubicBezTo>
                    <a:cubicBezTo>
                      <a:pt x="33" y="36"/>
                      <a:pt x="5" y="37"/>
                      <a:pt x="2" y="37"/>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22" name="Google Shape;222;g3af25aee5e6_0_37"/>
              <p:cNvSpPr/>
              <p:nvPr/>
            </p:nvSpPr>
            <p:spPr>
              <a:xfrm>
                <a:off x="5988051" y="3390901"/>
                <a:ext cx="517525" cy="1522413"/>
              </a:xfrm>
              <a:custGeom>
                <a:avLst/>
                <a:gdLst/>
                <a:ahLst/>
                <a:cxnLst/>
                <a:rect l="l" t="t" r="r" b="b"/>
                <a:pathLst>
                  <a:path w="137" h="403" extrusionOk="0">
                    <a:moveTo>
                      <a:pt x="0" y="52"/>
                    </a:moveTo>
                    <a:cubicBezTo>
                      <a:pt x="15" y="23"/>
                      <a:pt x="44" y="3"/>
                      <a:pt x="77" y="1"/>
                    </a:cubicBezTo>
                    <a:cubicBezTo>
                      <a:pt x="79" y="1"/>
                      <a:pt x="82" y="0"/>
                      <a:pt x="84" y="0"/>
                    </a:cubicBezTo>
                    <a:cubicBezTo>
                      <a:pt x="135" y="1"/>
                      <a:pt x="135" y="1"/>
                      <a:pt x="135" y="1"/>
                    </a:cubicBezTo>
                    <a:cubicBezTo>
                      <a:pt x="137" y="403"/>
                      <a:pt x="137" y="403"/>
                      <a:pt x="137" y="403"/>
                    </a:cubicBezTo>
                    <a:cubicBezTo>
                      <a:pt x="19" y="402"/>
                      <a:pt x="19" y="402"/>
                      <a:pt x="19" y="402"/>
                    </a:cubicBezTo>
                    <a:cubicBezTo>
                      <a:pt x="37" y="191"/>
                      <a:pt x="37" y="191"/>
                      <a:pt x="37" y="191"/>
                    </a:cubicBezTo>
                  </a:path>
                </a:pathLst>
              </a:custGeom>
              <a:solidFill>
                <a:schemeClr val="accent1"/>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23" name="Google Shape;223;g3af25aee5e6_0_37"/>
              <p:cNvSpPr/>
              <p:nvPr/>
            </p:nvSpPr>
            <p:spPr>
              <a:xfrm>
                <a:off x="5980113" y="3382963"/>
                <a:ext cx="533400" cy="1541463"/>
              </a:xfrm>
              <a:custGeom>
                <a:avLst/>
                <a:gdLst/>
                <a:ahLst/>
                <a:cxnLst/>
                <a:rect l="l" t="t" r="r" b="b"/>
                <a:pathLst>
                  <a:path w="141" h="408" extrusionOk="0">
                    <a:moveTo>
                      <a:pt x="4" y="55"/>
                    </a:moveTo>
                    <a:cubicBezTo>
                      <a:pt x="19" y="26"/>
                      <a:pt x="47" y="7"/>
                      <a:pt x="79" y="5"/>
                    </a:cubicBezTo>
                    <a:cubicBezTo>
                      <a:pt x="82" y="5"/>
                      <a:pt x="84" y="4"/>
                      <a:pt x="86" y="4"/>
                    </a:cubicBezTo>
                    <a:cubicBezTo>
                      <a:pt x="86" y="2"/>
                      <a:pt x="86" y="2"/>
                      <a:pt x="86" y="2"/>
                    </a:cubicBezTo>
                    <a:cubicBezTo>
                      <a:pt x="86" y="4"/>
                      <a:pt x="86" y="4"/>
                      <a:pt x="86" y="4"/>
                    </a:cubicBezTo>
                    <a:cubicBezTo>
                      <a:pt x="135" y="5"/>
                      <a:pt x="135" y="5"/>
                      <a:pt x="135" y="5"/>
                    </a:cubicBezTo>
                    <a:cubicBezTo>
                      <a:pt x="137" y="403"/>
                      <a:pt x="137" y="403"/>
                      <a:pt x="137" y="403"/>
                    </a:cubicBezTo>
                    <a:cubicBezTo>
                      <a:pt x="23" y="402"/>
                      <a:pt x="23" y="402"/>
                      <a:pt x="23" y="402"/>
                    </a:cubicBezTo>
                    <a:cubicBezTo>
                      <a:pt x="41" y="193"/>
                      <a:pt x="41" y="193"/>
                      <a:pt x="41" y="193"/>
                    </a:cubicBezTo>
                    <a:cubicBezTo>
                      <a:pt x="37" y="193"/>
                      <a:pt x="37" y="193"/>
                      <a:pt x="37" y="193"/>
                    </a:cubicBezTo>
                    <a:cubicBezTo>
                      <a:pt x="19" y="404"/>
                      <a:pt x="19" y="404"/>
                      <a:pt x="19" y="404"/>
                    </a:cubicBezTo>
                    <a:cubicBezTo>
                      <a:pt x="19" y="404"/>
                      <a:pt x="19" y="405"/>
                      <a:pt x="20" y="405"/>
                    </a:cubicBezTo>
                    <a:cubicBezTo>
                      <a:pt x="20" y="406"/>
                      <a:pt x="21" y="406"/>
                      <a:pt x="21" y="406"/>
                    </a:cubicBezTo>
                    <a:cubicBezTo>
                      <a:pt x="139" y="407"/>
                      <a:pt x="139" y="407"/>
                      <a:pt x="139" y="407"/>
                    </a:cubicBezTo>
                    <a:cubicBezTo>
                      <a:pt x="140" y="408"/>
                      <a:pt x="140" y="407"/>
                      <a:pt x="140" y="407"/>
                    </a:cubicBezTo>
                    <a:cubicBezTo>
                      <a:pt x="141" y="407"/>
                      <a:pt x="141" y="406"/>
                      <a:pt x="141" y="405"/>
                    </a:cubicBezTo>
                    <a:cubicBezTo>
                      <a:pt x="139" y="3"/>
                      <a:pt x="139" y="3"/>
                      <a:pt x="139" y="3"/>
                    </a:cubicBezTo>
                    <a:cubicBezTo>
                      <a:pt x="139" y="2"/>
                      <a:pt x="138" y="1"/>
                      <a:pt x="137" y="1"/>
                    </a:cubicBezTo>
                    <a:cubicBezTo>
                      <a:pt x="86" y="0"/>
                      <a:pt x="86" y="0"/>
                      <a:pt x="86" y="0"/>
                    </a:cubicBezTo>
                    <a:cubicBezTo>
                      <a:pt x="86" y="0"/>
                      <a:pt x="86" y="0"/>
                      <a:pt x="86" y="0"/>
                    </a:cubicBezTo>
                    <a:cubicBezTo>
                      <a:pt x="84" y="0"/>
                      <a:pt x="81" y="1"/>
                      <a:pt x="79" y="1"/>
                    </a:cubicBezTo>
                    <a:cubicBezTo>
                      <a:pt x="46" y="3"/>
                      <a:pt x="16" y="23"/>
                      <a:pt x="0" y="53"/>
                    </a:cubicBezTo>
                    <a:cubicBezTo>
                      <a:pt x="4" y="55"/>
                      <a:pt x="4" y="55"/>
                      <a:pt x="4" y="55"/>
                    </a:cubicBezTo>
                    <a:close/>
                  </a:path>
                </a:pathLst>
              </a:custGeom>
              <a:solidFill>
                <a:srgbClr val="000000"/>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24" name="Google Shape;224;g3af25aee5e6_0_37"/>
              <p:cNvSpPr/>
              <p:nvPr/>
            </p:nvSpPr>
            <p:spPr>
              <a:xfrm>
                <a:off x="6373813" y="3379788"/>
                <a:ext cx="331788" cy="646113"/>
              </a:xfrm>
              <a:custGeom>
                <a:avLst/>
                <a:gdLst/>
                <a:ahLst/>
                <a:cxnLst/>
                <a:rect l="l" t="t" r="r" b="b"/>
                <a:pathLst>
                  <a:path w="88" h="171" extrusionOk="0">
                    <a:moveTo>
                      <a:pt x="86" y="171"/>
                    </a:moveTo>
                    <a:cubicBezTo>
                      <a:pt x="85" y="171"/>
                      <a:pt x="84" y="170"/>
                      <a:pt x="84" y="170"/>
                    </a:cubicBezTo>
                    <a:cubicBezTo>
                      <a:pt x="0" y="53"/>
                      <a:pt x="29" y="3"/>
                      <a:pt x="30" y="1"/>
                    </a:cubicBezTo>
                    <a:cubicBezTo>
                      <a:pt x="31" y="0"/>
                      <a:pt x="32" y="0"/>
                      <a:pt x="33" y="0"/>
                    </a:cubicBezTo>
                    <a:cubicBezTo>
                      <a:pt x="34" y="1"/>
                      <a:pt x="34" y="2"/>
                      <a:pt x="34" y="3"/>
                    </a:cubicBezTo>
                    <a:cubicBezTo>
                      <a:pt x="34" y="3"/>
                      <a:pt x="5" y="53"/>
                      <a:pt x="87" y="168"/>
                    </a:cubicBezTo>
                    <a:cubicBezTo>
                      <a:pt x="88" y="168"/>
                      <a:pt x="88" y="170"/>
                      <a:pt x="87" y="170"/>
                    </a:cubicBezTo>
                    <a:cubicBezTo>
                      <a:pt x="86" y="171"/>
                      <a:pt x="86" y="171"/>
                      <a:pt x="86" y="171"/>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25" name="Google Shape;225;g3af25aee5e6_0_37"/>
              <p:cNvSpPr/>
              <p:nvPr/>
            </p:nvSpPr>
            <p:spPr>
              <a:xfrm>
                <a:off x="6694488" y="3376613"/>
                <a:ext cx="323850" cy="649288"/>
              </a:xfrm>
              <a:custGeom>
                <a:avLst/>
                <a:gdLst/>
                <a:ahLst/>
                <a:cxnLst/>
                <a:rect l="l" t="t" r="r" b="b"/>
                <a:pathLst>
                  <a:path w="86" h="172" extrusionOk="0">
                    <a:moveTo>
                      <a:pt x="2" y="172"/>
                    </a:moveTo>
                    <a:cubicBezTo>
                      <a:pt x="2" y="172"/>
                      <a:pt x="1" y="172"/>
                      <a:pt x="1" y="171"/>
                    </a:cubicBezTo>
                    <a:cubicBezTo>
                      <a:pt x="0" y="171"/>
                      <a:pt x="0" y="169"/>
                      <a:pt x="0" y="169"/>
                    </a:cubicBezTo>
                    <a:cubicBezTo>
                      <a:pt x="81" y="53"/>
                      <a:pt x="50" y="4"/>
                      <a:pt x="50" y="4"/>
                    </a:cubicBezTo>
                    <a:cubicBezTo>
                      <a:pt x="50" y="3"/>
                      <a:pt x="50" y="1"/>
                      <a:pt x="51" y="1"/>
                    </a:cubicBezTo>
                    <a:cubicBezTo>
                      <a:pt x="52" y="0"/>
                      <a:pt x="53" y="1"/>
                      <a:pt x="54" y="1"/>
                    </a:cubicBezTo>
                    <a:cubicBezTo>
                      <a:pt x="55" y="3"/>
                      <a:pt x="86" y="53"/>
                      <a:pt x="4" y="171"/>
                    </a:cubicBezTo>
                    <a:cubicBezTo>
                      <a:pt x="3" y="171"/>
                      <a:pt x="3" y="172"/>
                      <a:pt x="2" y="172"/>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26" name="Google Shape;226;g3af25aee5e6_0_37"/>
              <p:cNvSpPr/>
              <p:nvPr/>
            </p:nvSpPr>
            <p:spPr>
              <a:xfrm>
                <a:off x="6584951" y="4029076"/>
                <a:ext cx="238125" cy="388938"/>
              </a:xfrm>
              <a:custGeom>
                <a:avLst/>
                <a:gdLst/>
                <a:ahLst/>
                <a:cxnLst/>
                <a:rect l="l" t="t" r="r" b="b"/>
                <a:pathLst>
                  <a:path w="63" h="103" extrusionOk="0">
                    <a:moveTo>
                      <a:pt x="60" y="103"/>
                    </a:moveTo>
                    <a:cubicBezTo>
                      <a:pt x="3" y="103"/>
                      <a:pt x="3" y="103"/>
                      <a:pt x="3" y="103"/>
                    </a:cubicBezTo>
                    <a:cubicBezTo>
                      <a:pt x="2" y="103"/>
                      <a:pt x="0" y="102"/>
                      <a:pt x="0" y="100"/>
                    </a:cubicBezTo>
                    <a:cubicBezTo>
                      <a:pt x="0" y="3"/>
                      <a:pt x="0" y="3"/>
                      <a:pt x="0" y="3"/>
                    </a:cubicBezTo>
                    <a:cubicBezTo>
                      <a:pt x="0" y="2"/>
                      <a:pt x="1" y="0"/>
                      <a:pt x="3" y="0"/>
                    </a:cubicBezTo>
                    <a:cubicBezTo>
                      <a:pt x="59" y="0"/>
                      <a:pt x="59" y="0"/>
                      <a:pt x="59" y="0"/>
                    </a:cubicBezTo>
                    <a:cubicBezTo>
                      <a:pt x="61" y="0"/>
                      <a:pt x="62" y="1"/>
                      <a:pt x="62" y="3"/>
                    </a:cubicBezTo>
                    <a:cubicBezTo>
                      <a:pt x="63" y="100"/>
                      <a:pt x="63" y="100"/>
                      <a:pt x="63" y="100"/>
                    </a:cubicBezTo>
                    <a:cubicBezTo>
                      <a:pt x="63" y="102"/>
                      <a:pt x="61" y="103"/>
                      <a:pt x="60" y="103"/>
                    </a:cubicBezTo>
                    <a:close/>
                  </a:path>
                </a:pathLst>
              </a:custGeom>
              <a:solidFill>
                <a:srgbClr val="E8565E"/>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27" name="Google Shape;227;g3af25aee5e6_0_37"/>
              <p:cNvSpPr/>
              <p:nvPr/>
            </p:nvSpPr>
            <p:spPr>
              <a:xfrm>
                <a:off x="6577013" y="4021138"/>
                <a:ext cx="252413" cy="404813"/>
              </a:xfrm>
              <a:custGeom>
                <a:avLst/>
                <a:gdLst/>
                <a:ahLst/>
                <a:cxnLst/>
                <a:rect l="l" t="t" r="r" b="b"/>
                <a:pathLst>
                  <a:path w="67" h="107" extrusionOk="0">
                    <a:moveTo>
                      <a:pt x="5" y="107"/>
                    </a:moveTo>
                    <a:cubicBezTo>
                      <a:pt x="4" y="107"/>
                      <a:pt x="3" y="107"/>
                      <a:pt x="2" y="106"/>
                    </a:cubicBezTo>
                    <a:cubicBezTo>
                      <a:pt x="1" y="105"/>
                      <a:pt x="0" y="104"/>
                      <a:pt x="0" y="102"/>
                    </a:cubicBezTo>
                    <a:cubicBezTo>
                      <a:pt x="0" y="5"/>
                      <a:pt x="0" y="5"/>
                      <a:pt x="0" y="5"/>
                    </a:cubicBezTo>
                    <a:cubicBezTo>
                      <a:pt x="0" y="4"/>
                      <a:pt x="0" y="3"/>
                      <a:pt x="1" y="2"/>
                    </a:cubicBezTo>
                    <a:cubicBezTo>
                      <a:pt x="2" y="1"/>
                      <a:pt x="3" y="0"/>
                      <a:pt x="5" y="0"/>
                    </a:cubicBezTo>
                    <a:cubicBezTo>
                      <a:pt x="61" y="0"/>
                      <a:pt x="61" y="0"/>
                      <a:pt x="61" y="0"/>
                    </a:cubicBezTo>
                    <a:cubicBezTo>
                      <a:pt x="61" y="0"/>
                      <a:pt x="61" y="0"/>
                      <a:pt x="61" y="0"/>
                    </a:cubicBezTo>
                    <a:cubicBezTo>
                      <a:pt x="62" y="0"/>
                      <a:pt x="64" y="1"/>
                      <a:pt x="65" y="1"/>
                    </a:cubicBezTo>
                    <a:cubicBezTo>
                      <a:pt x="66" y="2"/>
                      <a:pt x="66" y="4"/>
                      <a:pt x="66" y="5"/>
                    </a:cubicBezTo>
                    <a:cubicBezTo>
                      <a:pt x="67" y="102"/>
                      <a:pt x="67" y="102"/>
                      <a:pt x="67" y="102"/>
                    </a:cubicBezTo>
                    <a:cubicBezTo>
                      <a:pt x="67" y="103"/>
                      <a:pt x="66" y="105"/>
                      <a:pt x="65" y="105"/>
                    </a:cubicBezTo>
                    <a:cubicBezTo>
                      <a:pt x="64" y="106"/>
                      <a:pt x="63" y="107"/>
                      <a:pt x="62" y="107"/>
                    </a:cubicBezTo>
                    <a:cubicBezTo>
                      <a:pt x="5" y="107"/>
                      <a:pt x="5" y="107"/>
                      <a:pt x="5" y="107"/>
                    </a:cubicBezTo>
                    <a:close/>
                    <a:moveTo>
                      <a:pt x="61" y="4"/>
                    </a:moveTo>
                    <a:cubicBezTo>
                      <a:pt x="61" y="4"/>
                      <a:pt x="61" y="4"/>
                      <a:pt x="61" y="4"/>
                    </a:cubicBezTo>
                    <a:cubicBezTo>
                      <a:pt x="5" y="4"/>
                      <a:pt x="5" y="4"/>
                      <a:pt x="5" y="4"/>
                    </a:cubicBezTo>
                    <a:cubicBezTo>
                      <a:pt x="4" y="4"/>
                      <a:pt x="4" y="5"/>
                      <a:pt x="4" y="5"/>
                    </a:cubicBezTo>
                    <a:cubicBezTo>
                      <a:pt x="4" y="5"/>
                      <a:pt x="4" y="5"/>
                      <a:pt x="4" y="5"/>
                    </a:cubicBezTo>
                    <a:cubicBezTo>
                      <a:pt x="4" y="102"/>
                      <a:pt x="4" y="102"/>
                      <a:pt x="4" y="102"/>
                    </a:cubicBezTo>
                    <a:cubicBezTo>
                      <a:pt x="4" y="103"/>
                      <a:pt x="4" y="103"/>
                      <a:pt x="4" y="103"/>
                    </a:cubicBezTo>
                    <a:cubicBezTo>
                      <a:pt x="5" y="103"/>
                      <a:pt x="5" y="103"/>
                      <a:pt x="5" y="103"/>
                    </a:cubicBezTo>
                    <a:cubicBezTo>
                      <a:pt x="5" y="103"/>
                      <a:pt x="5" y="103"/>
                      <a:pt x="5" y="103"/>
                    </a:cubicBezTo>
                    <a:cubicBezTo>
                      <a:pt x="62" y="103"/>
                      <a:pt x="62" y="103"/>
                      <a:pt x="62" y="103"/>
                    </a:cubicBezTo>
                    <a:cubicBezTo>
                      <a:pt x="62" y="103"/>
                      <a:pt x="62" y="103"/>
                      <a:pt x="62" y="103"/>
                    </a:cubicBezTo>
                    <a:cubicBezTo>
                      <a:pt x="62" y="103"/>
                      <a:pt x="62" y="103"/>
                      <a:pt x="62" y="103"/>
                    </a:cubicBezTo>
                    <a:cubicBezTo>
                      <a:pt x="63" y="102"/>
                      <a:pt x="63" y="102"/>
                      <a:pt x="63" y="102"/>
                    </a:cubicBezTo>
                    <a:cubicBezTo>
                      <a:pt x="62" y="5"/>
                      <a:pt x="62" y="5"/>
                      <a:pt x="62" y="5"/>
                    </a:cubicBezTo>
                    <a:cubicBezTo>
                      <a:pt x="62" y="5"/>
                      <a:pt x="62" y="4"/>
                      <a:pt x="62" y="4"/>
                    </a:cubicBezTo>
                    <a:cubicBezTo>
                      <a:pt x="62" y="4"/>
                      <a:pt x="62" y="4"/>
                      <a:pt x="61" y="4"/>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28" name="Google Shape;228;g3af25aee5e6_0_37"/>
              <p:cNvSpPr/>
              <p:nvPr/>
            </p:nvSpPr>
            <p:spPr>
              <a:xfrm>
                <a:off x="6637338" y="4094163"/>
                <a:ext cx="131763" cy="115888"/>
              </a:xfrm>
              <a:custGeom>
                <a:avLst/>
                <a:gdLst/>
                <a:ahLst/>
                <a:cxnLst/>
                <a:rect l="l" t="t" r="r" b="b"/>
                <a:pathLst>
                  <a:path w="83" h="73" extrusionOk="0">
                    <a:moveTo>
                      <a:pt x="83" y="71"/>
                    </a:moveTo>
                    <a:lnTo>
                      <a:pt x="0" y="73"/>
                    </a:lnTo>
                    <a:lnTo>
                      <a:pt x="0" y="0"/>
                    </a:lnTo>
                    <a:lnTo>
                      <a:pt x="83" y="0"/>
                    </a:lnTo>
                    <a:lnTo>
                      <a:pt x="83" y="71"/>
                    </a:lnTo>
                    <a:close/>
                  </a:path>
                </a:pathLst>
              </a:custGeom>
              <a:solidFill>
                <a:srgbClr val="FFFFFF"/>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29" name="Google Shape;229;g3af25aee5e6_0_37"/>
              <p:cNvSpPr/>
              <p:nvPr/>
            </p:nvSpPr>
            <p:spPr>
              <a:xfrm>
                <a:off x="6629401" y="4086226"/>
                <a:ext cx="147638" cy="131763"/>
              </a:xfrm>
              <a:custGeom>
                <a:avLst/>
                <a:gdLst/>
                <a:ahLst/>
                <a:cxnLst/>
                <a:rect l="l" t="t" r="r" b="b"/>
                <a:pathLst>
                  <a:path w="39" h="35" extrusionOk="0">
                    <a:moveTo>
                      <a:pt x="2" y="35"/>
                    </a:moveTo>
                    <a:cubicBezTo>
                      <a:pt x="1" y="35"/>
                      <a:pt x="0" y="34"/>
                      <a:pt x="0" y="33"/>
                    </a:cubicBezTo>
                    <a:cubicBezTo>
                      <a:pt x="0" y="2"/>
                      <a:pt x="0" y="2"/>
                      <a:pt x="0" y="2"/>
                    </a:cubicBezTo>
                    <a:cubicBezTo>
                      <a:pt x="0" y="1"/>
                      <a:pt x="1" y="0"/>
                      <a:pt x="2" y="0"/>
                    </a:cubicBezTo>
                    <a:cubicBezTo>
                      <a:pt x="37" y="0"/>
                      <a:pt x="37" y="0"/>
                      <a:pt x="37" y="0"/>
                    </a:cubicBezTo>
                    <a:cubicBezTo>
                      <a:pt x="37" y="0"/>
                      <a:pt x="37" y="0"/>
                      <a:pt x="37" y="0"/>
                    </a:cubicBezTo>
                    <a:cubicBezTo>
                      <a:pt x="37" y="0"/>
                      <a:pt x="38" y="0"/>
                      <a:pt x="38" y="0"/>
                    </a:cubicBezTo>
                    <a:cubicBezTo>
                      <a:pt x="38" y="0"/>
                      <a:pt x="39" y="1"/>
                      <a:pt x="39" y="2"/>
                    </a:cubicBezTo>
                    <a:cubicBezTo>
                      <a:pt x="39" y="32"/>
                      <a:pt x="39" y="32"/>
                      <a:pt x="39" y="32"/>
                    </a:cubicBezTo>
                    <a:cubicBezTo>
                      <a:pt x="39" y="33"/>
                      <a:pt x="39" y="33"/>
                      <a:pt x="38" y="34"/>
                    </a:cubicBezTo>
                    <a:cubicBezTo>
                      <a:pt x="38" y="34"/>
                      <a:pt x="37" y="34"/>
                      <a:pt x="37" y="34"/>
                    </a:cubicBezTo>
                    <a:cubicBezTo>
                      <a:pt x="2" y="35"/>
                      <a:pt x="2" y="35"/>
                      <a:pt x="2" y="35"/>
                    </a:cubicBezTo>
                    <a:close/>
                    <a:moveTo>
                      <a:pt x="4" y="4"/>
                    </a:moveTo>
                    <a:cubicBezTo>
                      <a:pt x="4" y="31"/>
                      <a:pt x="4" y="31"/>
                      <a:pt x="4" y="31"/>
                    </a:cubicBezTo>
                    <a:cubicBezTo>
                      <a:pt x="35" y="30"/>
                      <a:pt x="35" y="30"/>
                      <a:pt x="35" y="30"/>
                    </a:cubicBezTo>
                    <a:cubicBezTo>
                      <a:pt x="35" y="4"/>
                      <a:pt x="35" y="4"/>
                      <a:pt x="35" y="4"/>
                    </a:cubicBezTo>
                    <a:lnTo>
                      <a:pt x="4" y="4"/>
                    </a:ln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30" name="Google Shape;230;g3af25aee5e6_0_37"/>
              <p:cNvSpPr/>
              <p:nvPr/>
            </p:nvSpPr>
            <p:spPr>
              <a:xfrm>
                <a:off x="6645276" y="4289426"/>
                <a:ext cx="120650" cy="0"/>
              </a:xfrm>
              <a:custGeom>
                <a:avLst/>
                <a:gdLst/>
                <a:ahLst/>
                <a:cxnLst/>
                <a:rect l="l" t="t" r="r" b="b"/>
                <a:pathLst>
                  <a:path w="76" h="120000" extrusionOk="0">
                    <a:moveTo>
                      <a:pt x="0" y="0"/>
                    </a:moveTo>
                    <a:lnTo>
                      <a:pt x="76" y="0"/>
                    </a:lnTo>
                    <a:lnTo>
                      <a:pt x="0" y="0"/>
                    </a:lnTo>
                    <a:close/>
                  </a:path>
                </a:pathLst>
              </a:custGeom>
              <a:solidFill>
                <a:srgbClr val="FFE6D7"/>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cxnSp>
            <p:nvCxnSpPr>
              <p:cNvPr id="231" name="Google Shape;231;g3af25aee5e6_0_37"/>
              <p:cNvCxnSpPr/>
              <p:nvPr/>
            </p:nvCxnSpPr>
            <p:spPr>
              <a:xfrm>
                <a:off x="6645276" y="4289426"/>
                <a:ext cx="120600" cy="0"/>
              </a:xfrm>
              <a:prstGeom prst="straightConnector1">
                <a:avLst/>
              </a:prstGeom>
              <a:noFill/>
              <a:ln>
                <a:noFill/>
              </a:ln>
            </p:spPr>
          </p:cxnSp>
          <p:sp>
            <p:nvSpPr>
              <p:cNvPr id="232" name="Google Shape;232;g3af25aee5e6_0_37"/>
              <p:cNvSpPr/>
              <p:nvPr/>
            </p:nvSpPr>
            <p:spPr>
              <a:xfrm>
                <a:off x="6637338" y="4281488"/>
                <a:ext cx="136525" cy="15875"/>
              </a:xfrm>
              <a:custGeom>
                <a:avLst/>
                <a:gdLst/>
                <a:ahLst/>
                <a:cxnLst/>
                <a:rect l="l" t="t" r="r" b="b"/>
                <a:pathLst>
                  <a:path w="36" h="4" extrusionOk="0">
                    <a:moveTo>
                      <a:pt x="2" y="4"/>
                    </a:moveTo>
                    <a:cubicBezTo>
                      <a:pt x="1" y="4"/>
                      <a:pt x="0" y="3"/>
                      <a:pt x="0" y="2"/>
                    </a:cubicBezTo>
                    <a:cubicBezTo>
                      <a:pt x="0" y="1"/>
                      <a:pt x="1" y="0"/>
                      <a:pt x="2" y="0"/>
                    </a:cubicBezTo>
                    <a:cubicBezTo>
                      <a:pt x="34" y="0"/>
                      <a:pt x="34" y="0"/>
                      <a:pt x="34" y="0"/>
                    </a:cubicBezTo>
                    <a:cubicBezTo>
                      <a:pt x="34" y="0"/>
                      <a:pt x="34" y="0"/>
                      <a:pt x="34" y="0"/>
                    </a:cubicBezTo>
                    <a:cubicBezTo>
                      <a:pt x="35" y="0"/>
                      <a:pt x="36" y="1"/>
                      <a:pt x="36" y="2"/>
                    </a:cubicBezTo>
                    <a:cubicBezTo>
                      <a:pt x="36" y="3"/>
                      <a:pt x="35" y="4"/>
                      <a:pt x="34" y="4"/>
                    </a:cubicBezTo>
                    <a:cubicBezTo>
                      <a:pt x="2" y="4"/>
                      <a:pt x="2" y="4"/>
                      <a:pt x="2" y="4"/>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33" name="Google Shape;233;g3af25aee5e6_0_37"/>
              <p:cNvSpPr/>
              <p:nvPr/>
            </p:nvSpPr>
            <p:spPr>
              <a:xfrm>
                <a:off x="6645276" y="4335463"/>
                <a:ext cx="120650" cy="0"/>
              </a:xfrm>
              <a:custGeom>
                <a:avLst/>
                <a:gdLst/>
                <a:ahLst/>
                <a:cxnLst/>
                <a:rect l="l" t="t" r="r" b="b"/>
                <a:pathLst>
                  <a:path w="76" h="120000" extrusionOk="0">
                    <a:moveTo>
                      <a:pt x="0" y="0"/>
                    </a:moveTo>
                    <a:lnTo>
                      <a:pt x="76" y="0"/>
                    </a:lnTo>
                    <a:lnTo>
                      <a:pt x="0" y="0"/>
                    </a:lnTo>
                    <a:close/>
                  </a:path>
                </a:pathLst>
              </a:custGeom>
              <a:solidFill>
                <a:srgbClr val="FFE6D7"/>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cxnSp>
            <p:nvCxnSpPr>
              <p:cNvPr id="234" name="Google Shape;234;g3af25aee5e6_0_37"/>
              <p:cNvCxnSpPr/>
              <p:nvPr/>
            </p:nvCxnSpPr>
            <p:spPr>
              <a:xfrm>
                <a:off x="6645276" y="4335463"/>
                <a:ext cx="120600" cy="0"/>
              </a:xfrm>
              <a:prstGeom prst="straightConnector1">
                <a:avLst/>
              </a:prstGeom>
              <a:noFill/>
              <a:ln>
                <a:noFill/>
              </a:ln>
            </p:spPr>
          </p:cxnSp>
          <p:sp>
            <p:nvSpPr>
              <p:cNvPr id="235" name="Google Shape;235;g3af25aee5e6_0_37"/>
              <p:cNvSpPr/>
              <p:nvPr/>
            </p:nvSpPr>
            <p:spPr>
              <a:xfrm>
                <a:off x="6637338" y="4327526"/>
                <a:ext cx="136525" cy="15875"/>
              </a:xfrm>
              <a:custGeom>
                <a:avLst/>
                <a:gdLst/>
                <a:ahLst/>
                <a:cxnLst/>
                <a:rect l="l" t="t" r="r" b="b"/>
                <a:pathLst>
                  <a:path w="36" h="4" extrusionOk="0">
                    <a:moveTo>
                      <a:pt x="2" y="4"/>
                    </a:moveTo>
                    <a:cubicBezTo>
                      <a:pt x="1" y="4"/>
                      <a:pt x="0" y="3"/>
                      <a:pt x="0" y="2"/>
                    </a:cubicBezTo>
                    <a:cubicBezTo>
                      <a:pt x="0" y="1"/>
                      <a:pt x="1" y="0"/>
                      <a:pt x="2" y="0"/>
                    </a:cubicBezTo>
                    <a:cubicBezTo>
                      <a:pt x="34" y="0"/>
                      <a:pt x="34" y="0"/>
                      <a:pt x="34" y="0"/>
                    </a:cubicBezTo>
                    <a:cubicBezTo>
                      <a:pt x="34" y="0"/>
                      <a:pt x="34" y="0"/>
                      <a:pt x="34" y="0"/>
                    </a:cubicBezTo>
                    <a:cubicBezTo>
                      <a:pt x="35" y="0"/>
                      <a:pt x="36" y="0"/>
                      <a:pt x="36" y="2"/>
                    </a:cubicBezTo>
                    <a:cubicBezTo>
                      <a:pt x="36" y="3"/>
                      <a:pt x="35" y="4"/>
                      <a:pt x="34" y="4"/>
                    </a:cubicBezTo>
                    <a:cubicBezTo>
                      <a:pt x="2" y="4"/>
                      <a:pt x="2" y="4"/>
                      <a:pt x="2" y="4"/>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36" name="Google Shape;236;g3af25aee5e6_0_37"/>
              <p:cNvSpPr/>
              <p:nvPr/>
            </p:nvSpPr>
            <p:spPr>
              <a:xfrm>
                <a:off x="6448426" y="4354513"/>
                <a:ext cx="246063" cy="561975"/>
              </a:xfrm>
              <a:custGeom>
                <a:avLst/>
                <a:gdLst/>
                <a:ahLst/>
                <a:cxnLst/>
                <a:rect l="l" t="t" r="r" b="b"/>
                <a:pathLst>
                  <a:path w="65" h="149" extrusionOk="0">
                    <a:moveTo>
                      <a:pt x="61" y="78"/>
                    </a:moveTo>
                    <a:cubicBezTo>
                      <a:pt x="57" y="118"/>
                      <a:pt x="41" y="149"/>
                      <a:pt x="25" y="148"/>
                    </a:cubicBezTo>
                    <a:cubicBezTo>
                      <a:pt x="9" y="146"/>
                      <a:pt x="0" y="112"/>
                      <a:pt x="4" y="72"/>
                    </a:cubicBezTo>
                    <a:cubicBezTo>
                      <a:pt x="8" y="31"/>
                      <a:pt x="24" y="0"/>
                      <a:pt x="40" y="2"/>
                    </a:cubicBezTo>
                    <a:cubicBezTo>
                      <a:pt x="56" y="3"/>
                      <a:pt x="65" y="37"/>
                      <a:pt x="61" y="78"/>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37" name="Google Shape;237;g3af25aee5e6_0_37"/>
              <p:cNvSpPr/>
              <p:nvPr/>
            </p:nvSpPr>
            <p:spPr>
              <a:xfrm>
                <a:off x="6437313" y="4349751"/>
                <a:ext cx="257175" cy="569913"/>
              </a:xfrm>
              <a:custGeom>
                <a:avLst/>
                <a:gdLst/>
                <a:ahLst/>
                <a:cxnLst/>
                <a:rect l="l" t="t" r="r" b="b"/>
                <a:pathLst>
                  <a:path w="68" h="151" extrusionOk="0">
                    <a:moveTo>
                      <a:pt x="29" y="151"/>
                    </a:moveTo>
                    <a:cubicBezTo>
                      <a:pt x="29" y="151"/>
                      <a:pt x="28" y="151"/>
                      <a:pt x="28" y="151"/>
                    </a:cubicBezTo>
                    <a:cubicBezTo>
                      <a:pt x="10" y="149"/>
                      <a:pt x="0" y="115"/>
                      <a:pt x="5" y="73"/>
                    </a:cubicBezTo>
                    <a:cubicBezTo>
                      <a:pt x="7" y="53"/>
                      <a:pt x="12" y="35"/>
                      <a:pt x="18" y="21"/>
                    </a:cubicBezTo>
                    <a:cubicBezTo>
                      <a:pt x="26" y="7"/>
                      <a:pt x="34" y="0"/>
                      <a:pt x="43" y="1"/>
                    </a:cubicBezTo>
                    <a:cubicBezTo>
                      <a:pt x="51" y="2"/>
                      <a:pt x="58" y="10"/>
                      <a:pt x="63" y="26"/>
                    </a:cubicBezTo>
                    <a:cubicBezTo>
                      <a:pt x="67" y="40"/>
                      <a:pt x="68" y="59"/>
                      <a:pt x="66" y="79"/>
                    </a:cubicBezTo>
                    <a:cubicBezTo>
                      <a:pt x="64" y="98"/>
                      <a:pt x="59" y="117"/>
                      <a:pt x="52" y="130"/>
                    </a:cubicBezTo>
                    <a:cubicBezTo>
                      <a:pt x="45" y="143"/>
                      <a:pt x="37" y="151"/>
                      <a:pt x="29" y="151"/>
                    </a:cubicBezTo>
                    <a:close/>
                    <a:moveTo>
                      <a:pt x="42" y="5"/>
                    </a:moveTo>
                    <a:cubicBezTo>
                      <a:pt x="35" y="5"/>
                      <a:pt x="28" y="11"/>
                      <a:pt x="22" y="23"/>
                    </a:cubicBezTo>
                    <a:cubicBezTo>
                      <a:pt x="15" y="36"/>
                      <a:pt x="11" y="54"/>
                      <a:pt x="9" y="73"/>
                    </a:cubicBezTo>
                    <a:cubicBezTo>
                      <a:pt x="5" y="111"/>
                      <a:pt x="14" y="145"/>
                      <a:pt x="28" y="147"/>
                    </a:cubicBezTo>
                    <a:cubicBezTo>
                      <a:pt x="35" y="147"/>
                      <a:pt x="42" y="141"/>
                      <a:pt x="49" y="128"/>
                    </a:cubicBezTo>
                    <a:cubicBezTo>
                      <a:pt x="55" y="115"/>
                      <a:pt x="60" y="98"/>
                      <a:pt x="62" y="78"/>
                    </a:cubicBezTo>
                    <a:cubicBezTo>
                      <a:pt x="64" y="59"/>
                      <a:pt x="63" y="41"/>
                      <a:pt x="59" y="27"/>
                    </a:cubicBezTo>
                    <a:cubicBezTo>
                      <a:pt x="55" y="13"/>
                      <a:pt x="49" y="5"/>
                      <a:pt x="43" y="5"/>
                    </a:cubicBezTo>
                    <a:lnTo>
                      <a:pt x="42" y="5"/>
                    </a:ln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38" name="Google Shape;238;g3af25aee5e6_0_37"/>
              <p:cNvSpPr/>
              <p:nvPr/>
            </p:nvSpPr>
            <p:spPr>
              <a:xfrm>
                <a:off x="6018213" y="4338638"/>
                <a:ext cx="1147763" cy="604838"/>
              </a:xfrm>
              <a:custGeom>
                <a:avLst/>
                <a:gdLst/>
                <a:ahLst/>
                <a:cxnLst/>
                <a:rect l="l" t="t" r="r" b="b"/>
                <a:pathLst>
                  <a:path w="304" h="160" extrusionOk="0">
                    <a:moveTo>
                      <a:pt x="21" y="64"/>
                    </a:moveTo>
                    <a:cubicBezTo>
                      <a:pt x="6" y="101"/>
                      <a:pt x="6" y="101"/>
                      <a:pt x="6" y="101"/>
                    </a:cubicBezTo>
                    <a:cubicBezTo>
                      <a:pt x="0" y="116"/>
                      <a:pt x="1" y="138"/>
                      <a:pt x="40" y="144"/>
                    </a:cubicBezTo>
                    <a:cubicBezTo>
                      <a:pt x="66" y="153"/>
                      <a:pt x="66" y="153"/>
                      <a:pt x="66" y="153"/>
                    </a:cubicBezTo>
                    <a:cubicBezTo>
                      <a:pt x="88" y="160"/>
                      <a:pt x="113" y="152"/>
                      <a:pt x="127" y="134"/>
                    </a:cubicBezTo>
                    <a:cubicBezTo>
                      <a:pt x="127" y="134"/>
                      <a:pt x="127" y="134"/>
                      <a:pt x="127" y="134"/>
                    </a:cubicBezTo>
                    <a:cubicBezTo>
                      <a:pt x="130" y="131"/>
                      <a:pt x="134" y="128"/>
                      <a:pt x="138" y="128"/>
                    </a:cubicBezTo>
                    <a:cubicBezTo>
                      <a:pt x="303" y="121"/>
                      <a:pt x="303" y="121"/>
                      <a:pt x="303" y="121"/>
                    </a:cubicBezTo>
                    <a:cubicBezTo>
                      <a:pt x="304" y="0"/>
                      <a:pt x="304" y="0"/>
                      <a:pt x="304" y="0"/>
                    </a:cubicBezTo>
                    <a:cubicBezTo>
                      <a:pt x="64" y="26"/>
                      <a:pt x="64" y="26"/>
                      <a:pt x="64" y="26"/>
                    </a:cubicBezTo>
                    <a:cubicBezTo>
                      <a:pt x="43" y="28"/>
                      <a:pt x="26" y="43"/>
                      <a:pt x="21" y="64"/>
                    </a:cubicBezTo>
                    <a:close/>
                  </a:path>
                </a:pathLst>
              </a:custGeom>
              <a:solidFill>
                <a:srgbClr val="F48B6E"/>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39" name="Google Shape;239;g3af25aee5e6_0_37"/>
              <p:cNvSpPr/>
              <p:nvPr/>
            </p:nvSpPr>
            <p:spPr>
              <a:xfrm>
                <a:off x="6018213" y="4330701"/>
                <a:ext cx="1155700" cy="604838"/>
              </a:xfrm>
              <a:custGeom>
                <a:avLst/>
                <a:gdLst/>
                <a:ahLst/>
                <a:cxnLst/>
                <a:rect l="l" t="t" r="r" b="b"/>
                <a:pathLst>
                  <a:path w="306" h="160" extrusionOk="0">
                    <a:moveTo>
                      <a:pt x="83" y="159"/>
                    </a:moveTo>
                    <a:cubicBezTo>
                      <a:pt x="77" y="159"/>
                      <a:pt x="71" y="158"/>
                      <a:pt x="65" y="157"/>
                    </a:cubicBezTo>
                    <a:cubicBezTo>
                      <a:pt x="39" y="148"/>
                      <a:pt x="39" y="148"/>
                      <a:pt x="39" y="148"/>
                    </a:cubicBezTo>
                    <a:cubicBezTo>
                      <a:pt x="21" y="145"/>
                      <a:pt x="10" y="139"/>
                      <a:pt x="4" y="129"/>
                    </a:cubicBezTo>
                    <a:cubicBezTo>
                      <a:pt x="0" y="122"/>
                      <a:pt x="0" y="112"/>
                      <a:pt x="4" y="102"/>
                    </a:cubicBezTo>
                    <a:cubicBezTo>
                      <a:pt x="19" y="65"/>
                      <a:pt x="19" y="65"/>
                      <a:pt x="19" y="65"/>
                    </a:cubicBezTo>
                    <a:cubicBezTo>
                      <a:pt x="24" y="44"/>
                      <a:pt x="42" y="28"/>
                      <a:pt x="63" y="26"/>
                    </a:cubicBezTo>
                    <a:cubicBezTo>
                      <a:pt x="304" y="0"/>
                      <a:pt x="304" y="0"/>
                      <a:pt x="304" y="0"/>
                    </a:cubicBezTo>
                    <a:cubicBezTo>
                      <a:pt x="304" y="0"/>
                      <a:pt x="305" y="0"/>
                      <a:pt x="305" y="0"/>
                    </a:cubicBezTo>
                    <a:cubicBezTo>
                      <a:pt x="306" y="1"/>
                      <a:pt x="306" y="1"/>
                      <a:pt x="306" y="2"/>
                    </a:cubicBezTo>
                    <a:cubicBezTo>
                      <a:pt x="305" y="123"/>
                      <a:pt x="305" y="123"/>
                      <a:pt x="305" y="123"/>
                    </a:cubicBezTo>
                    <a:cubicBezTo>
                      <a:pt x="305" y="124"/>
                      <a:pt x="305" y="125"/>
                      <a:pt x="304" y="125"/>
                    </a:cubicBezTo>
                    <a:cubicBezTo>
                      <a:pt x="138" y="132"/>
                      <a:pt x="138" y="132"/>
                      <a:pt x="138" y="132"/>
                    </a:cubicBezTo>
                    <a:cubicBezTo>
                      <a:pt x="135" y="132"/>
                      <a:pt x="131" y="134"/>
                      <a:pt x="129" y="137"/>
                    </a:cubicBezTo>
                    <a:cubicBezTo>
                      <a:pt x="118" y="151"/>
                      <a:pt x="101" y="159"/>
                      <a:pt x="83" y="159"/>
                    </a:cubicBezTo>
                    <a:close/>
                    <a:moveTo>
                      <a:pt x="302" y="4"/>
                    </a:moveTo>
                    <a:cubicBezTo>
                      <a:pt x="64" y="30"/>
                      <a:pt x="64" y="30"/>
                      <a:pt x="64" y="30"/>
                    </a:cubicBezTo>
                    <a:cubicBezTo>
                      <a:pt x="44" y="32"/>
                      <a:pt x="28" y="47"/>
                      <a:pt x="23" y="66"/>
                    </a:cubicBezTo>
                    <a:cubicBezTo>
                      <a:pt x="23" y="66"/>
                      <a:pt x="23" y="66"/>
                      <a:pt x="23" y="66"/>
                    </a:cubicBezTo>
                    <a:cubicBezTo>
                      <a:pt x="8" y="103"/>
                      <a:pt x="8" y="103"/>
                      <a:pt x="8" y="103"/>
                    </a:cubicBezTo>
                    <a:cubicBezTo>
                      <a:pt x="5" y="110"/>
                      <a:pt x="3" y="119"/>
                      <a:pt x="8" y="127"/>
                    </a:cubicBezTo>
                    <a:cubicBezTo>
                      <a:pt x="13" y="136"/>
                      <a:pt x="23" y="141"/>
                      <a:pt x="40" y="144"/>
                    </a:cubicBezTo>
                    <a:cubicBezTo>
                      <a:pt x="66" y="153"/>
                      <a:pt x="66" y="153"/>
                      <a:pt x="66" y="153"/>
                    </a:cubicBezTo>
                    <a:cubicBezTo>
                      <a:pt x="88" y="160"/>
                      <a:pt x="112" y="153"/>
                      <a:pt x="126" y="135"/>
                    </a:cubicBezTo>
                    <a:cubicBezTo>
                      <a:pt x="129" y="131"/>
                      <a:pt x="133" y="129"/>
                      <a:pt x="138" y="128"/>
                    </a:cubicBezTo>
                    <a:cubicBezTo>
                      <a:pt x="302" y="121"/>
                      <a:pt x="302" y="121"/>
                      <a:pt x="302" y="121"/>
                    </a:cubicBezTo>
                    <a:lnTo>
                      <a:pt x="302" y="4"/>
                    </a:lnTo>
                    <a:close/>
                    <a:moveTo>
                      <a:pt x="21" y="66"/>
                    </a:moveTo>
                    <a:cubicBezTo>
                      <a:pt x="21" y="66"/>
                      <a:pt x="21" y="66"/>
                      <a:pt x="21" y="66"/>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40" name="Google Shape;240;g3af25aee5e6_0_37"/>
              <p:cNvSpPr/>
              <p:nvPr/>
            </p:nvSpPr>
            <p:spPr>
              <a:xfrm>
                <a:off x="6380163" y="4787901"/>
                <a:ext cx="152400" cy="76200"/>
              </a:xfrm>
              <a:custGeom>
                <a:avLst/>
                <a:gdLst/>
                <a:ahLst/>
                <a:cxnLst/>
                <a:rect l="l" t="t" r="r" b="b"/>
                <a:pathLst>
                  <a:path w="40" h="20" extrusionOk="0">
                    <a:moveTo>
                      <a:pt x="40" y="9"/>
                    </a:moveTo>
                    <a:cubicBezTo>
                      <a:pt x="16" y="1"/>
                      <a:pt x="16" y="1"/>
                      <a:pt x="16" y="1"/>
                    </a:cubicBezTo>
                    <a:cubicBezTo>
                      <a:pt x="9" y="0"/>
                      <a:pt x="3" y="4"/>
                      <a:pt x="2" y="10"/>
                    </a:cubicBezTo>
                    <a:cubicBezTo>
                      <a:pt x="0" y="20"/>
                      <a:pt x="0" y="20"/>
                      <a:pt x="0" y="20"/>
                    </a:cubicBezTo>
                  </a:path>
                </a:pathLst>
              </a:custGeom>
              <a:solidFill>
                <a:srgbClr val="F48B6E"/>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41" name="Google Shape;241;g3af25aee5e6_0_37"/>
              <p:cNvSpPr/>
              <p:nvPr/>
            </p:nvSpPr>
            <p:spPr>
              <a:xfrm>
                <a:off x="6373813" y="4779963"/>
                <a:ext cx="165100" cy="92075"/>
              </a:xfrm>
              <a:custGeom>
                <a:avLst/>
                <a:gdLst/>
                <a:ahLst/>
                <a:cxnLst/>
                <a:rect l="l" t="t" r="r" b="b"/>
                <a:pathLst>
                  <a:path w="44" h="24" extrusionOk="0">
                    <a:moveTo>
                      <a:pt x="2" y="24"/>
                    </a:moveTo>
                    <a:cubicBezTo>
                      <a:pt x="2" y="24"/>
                      <a:pt x="2" y="24"/>
                      <a:pt x="2" y="24"/>
                    </a:cubicBezTo>
                    <a:cubicBezTo>
                      <a:pt x="1" y="24"/>
                      <a:pt x="0" y="23"/>
                      <a:pt x="0" y="22"/>
                    </a:cubicBezTo>
                    <a:cubicBezTo>
                      <a:pt x="2" y="12"/>
                      <a:pt x="2" y="12"/>
                      <a:pt x="2" y="12"/>
                    </a:cubicBezTo>
                    <a:cubicBezTo>
                      <a:pt x="3" y="4"/>
                      <a:pt x="11" y="0"/>
                      <a:pt x="18" y="1"/>
                    </a:cubicBezTo>
                    <a:cubicBezTo>
                      <a:pt x="43" y="9"/>
                      <a:pt x="43" y="9"/>
                      <a:pt x="43" y="9"/>
                    </a:cubicBezTo>
                    <a:cubicBezTo>
                      <a:pt x="44" y="10"/>
                      <a:pt x="44" y="11"/>
                      <a:pt x="44" y="12"/>
                    </a:cubicBezTo>
                    <a:cubicBezTo>
                      <a:pt x="43" y="13"/>
                      <a:pt x="42" y="14"/>
                      <a:pt x="41" y="13"/>
                    </a:cubicBezTo>
                    <a:cubicBezTo>
                      <a:pt x="17" y="5"/>
                      <a:pt x="17" y="5"/>
                      <a:pt x="17" y="5"/>
                    </a:cubicBezTo>
                    <a:cubicBezTo>
                      <a:pt x="12" y="4"/>
                      <a:pt x="7" y="7"/>
                      <a:pt x="6" y="13"/>
                    </a:cubicBezTo>
                    <a:cubicBezTo>
                      <a:pt x="4" y="23"/>
                      <a:pt x="4" y="23"/>
                      <a:pt x="4" y="23"/>
                    </a:cubicBezTo>
                    <a:cubicBezTo>
                      <a:pt x="4" y="24"/>
                      <a:pt x="3" y="24"/>
                      <a:pt x="2" y="24"/>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42" name="Google Shape;242;g3af25aee5e6_0_37"/>
              <p:cNvSpPr/>
              <p:nvPr/>
            </p:nvSpPr>
            <p:spPr>
              <a:xfrm>
                <a:off x="6234113" y="4645026"/>
                <a:ext cx="90488" cy="279400"/>
              </a:xfrm>
              <a:custGeom>
                <a:avLst/>
                <a:gdLst/>
                <a:ahLst/>
                <a:cxnLst/>
                <a:rect l="l" t="t" r="r" b="b"/>
                <a:pathLst>
                  <a:path w="24" h="74" extrusionOk="0">
                    <a:moveTo>
                      <a:pt x="21" y="0"/>
                    </a:moveTo>
                    <a:cubicBezTo>
                      <a:pt x="5" y="34"/>
                      <a:pt x="5" y="34"/>
                      <a:pt x="5" y="34"/>
                    </a:cubicBezTo>
                    <a:cubicBezTo>
                      <a:pt x="0" y="45"/>
                      <a:pt x="3" y="58"/>
                      <a:pt x="13" y="65"/>
                    </a:cubicBezTo>
                    <a:cubicBezTo>
                      <a:pt x="24" y="74"/>
                      <a:pt x="24" y="74"/>
                      <a:pt x="24" y="74"/>
                    </a:cubicBezTo>
                  </a:path>
                </a:pathLst>
              </a:custGeom>
              <a:solidFill>
                <a:srgbClr val="F48B6E"/>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43" name="Google Shape;243;g3af25aee5e6_0_37"/>
              <p:cNvSpPr/>
              <p:nvPr/>
            </p:nvSpPr>
            <p:spPr>
              <a:xfrm>
                <a:off x="6226176" y="4633913"/>
                <a:ext cx="109538" cy="298450"/>
              </a:xfrm>
              <a:custGeom>
                <a:avLst/>
                <a:gdLst/>
                <a:ahLst/>
                <a:cxnLst/>
                <a:rect l="l" t="t" r="r" b="b"/>
                <a:pathLst>
                  <a:path w="29" h="79" extrusionOk="0">
                    <a:moveTo>
                      <a:pt x="26" y="79"/>
                    </a:moveTo>
                    <a:cubicBezTo>
                      <a:pt x="26" y="79"/>
                      <a:pt x="25" y="79"/>
                      <a:pt x="25" y="79"/>
                    </a:cubicBezTo>
                    <a:cubicBezTo>
                      <a:pt x="14" y="70"/>
                      <a:pt x="14" y="70"/>
                      <a:pt x="14" y="70"/>
                    </a:cubicBezTo>
                    <a:cubicBezTo>
                      <a:pt x="3" y="62"/>
                      <a:pt x="0" y="48"/>
                      <a:pt x="5" y="36"/>
                    </a:cubicBezTo>
                    <a:cubicBezTo>
                      <a:pt x="21" y="2"/>
                      <a:pt x="21" y="2"/>
                      <a:pt x="21" y="2"/>
                    </a:cubicBezTo>
                    <a:cubicBezTo>
                      <a:pt x="22" y="1"/>
                      <a:pt x="23" y="0"/>
                      <a:pt x="24" y="1"/>
                    </a:cubicBezTo>
                    <a:cubicBezTo>
                      <a:pt x="25" y="1"/>
                      <a:pt x="25" y="3"/>
                      <a:pt x="25" y="4"/>
                    </a:cubicBezTo>
                    <a:cubicBezTo>
                      <a:pt x="9" y="38"/>
                      <a:pt x="9" y="38"/>
                      <a:pt x="9" y="38"/>
                    </a:cubicBezTo>
                    <a:cubicBezTo>
                      <a:pt x="4" y="48"/>
                      <a:pt x="7" y="60"/>
                      <a:pt x="16" y="67"/>
                    </a:cubicBezTo>
                    <a:cubicBezTo>
                      <a:pt x="28" y="76"/>
                      <a:pt x="28" y="76"/>
                      <a:pt x="28" y="76"/>
                    </a:cubicBezTo>
                    <a:cubicBezTo>
                      <a:pt x="28" y="77"/>
                      <a:pt x="29" y="78"/>
                      <a:pt x="28" y="79"/>
                    </a:cubicBezTo>
                    <a:cubicBezTo>
                      <a:pt x="27" y="79"/>
                      <a:pt x="27" y="79"/>
                      <a:pt x="26" y="79"/>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44" name="Google Shape;244;g3af25aee5e6_0_37"/>
              <p:cNvSpPr/>
              <p:nvPr/>
            </p:nvSpPr>
            <p:spPr>
              <a:xfrm>
                <a:off x="6119813" y="4587876"/>
                <a:ext cx="103188" cy="301625"/>
              </a:xfrm>
              <a:custGeom>
                <a:avLst/>
                <a:gdLst/>
                <a:ahLst/>
                <a:cxnLst/>
                <a:rect l="l" t="t" r="r" b="b"/>
                <a:pathLst>
                  <a:path w="27" h="80" extrusionOk="0">
                    <a:moveTo>
                      <a:pt x="27" y="0"/>
                    </a:moveTo>
                    <a:cubicBezTo>
                      <a:pt x="4" y="44"/>
                      <a:pt x="4" y="44"/>
                      <a:pt x="4" y="44"/>
                    </a:cubicBezTo>
                    <a:cubicBezTo>
                      <a:pt x="0" y="52"/>
                      <a:pt x="1" y="61"/>
                      <a:pt x="5" y="69"/>
                    </a:cubicBezTo>
                    <a:cubicBezTo>
                      <a:pt x="7" y="73"/>
                      <a:pt x="11" y="76"/>
                      <a:pt x="15" y="78"/>
                    </a:cubicBezTo>
                    <a:cubicBezTo>
                      <a:pt x="19" y="80"/>
                      <a:pt x="19" y="80"/>
                      <a:pt x="19" y="80"/>
                    </a:cubicBezTo>
                  </a:path>
                </a:pathLst>
              </a:custGeom>
              <a:solidFill>
                <a:srgbClr val="F48B6E"/>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45" name="Google Shape;245;g3af25aee5e6_0_37"/>
              <p:cNvSpPr/>
              <p:nvPr/>
            </p:nvSpPr>
            <p:spPr>
              <a:xfrm>
                <a:off x="6113463" y="4579938"/>
                <a:ext cx="115888" cy="317500"/>
              </a:xfrm>
              <a:custGeom>
                <a:avLst/>
                <a:gdLst/>
                <a:ahLst/>
                <a:cxnLst/>
                <a:rect l="l" t="t" r="r" b="b"/>
                <a:pathLst>
                  <a:path w="31" h="84" extrusionOk="0">
                    <a:moveTo>
                      <a:pt x="21" y="84"/>
                    </a:moveTo>
                    <a:cubicBezTo>
                      <a:pt x="21" y="84"/>
                      <a:pt x="21" y="84"/>
                      <a:pt x="21" y="84"/>
                    </a:cubicBezTo>
                    <a:cubicBezTo>
                      <a:pt x="16" y="82"/>
                      <a:pt x="16" y="82"/>
                      <a:pt x="16" y="82"/>
                    </a:cubicBezTo>
                    <a:cubicBezTo>
                      <a:pt x="11" y="79"/>
                      <a:pt x="8" y="76"/>
                      <a:pt x="5" y="72"/>
                    </a:cubicBezTo>
                    <a:cubicBezTo>
                      <a:pt x="1" y="64"/>
                      <a:pt x="0" y="54"/>
                      <a:pt x="4" y="46"/>
                    </a:cubicBezTo>
                    <a:cubicBezTo>
                      <a:pt x="27" y="1"/>
                      <a:pt x="27" y="1"/>
                      <a:pt x="27" y="1"/>
                    </a:cubicBezTo>
                    <a:cubicBezTo>
                      <a:pt x="27" y="0"/>
                      <a:pt x="29" y="0"/>
                      <a:pt x="30" y="0"/>
                    </a:cubicBezTo>
                    <a:cubicBezTo>
                      <a:pt x="31" y="1"/>
                      <a:pt x="31" y="2"/>
                      <a:pt x="31" y="3"/>
                    </a:cubicBezTo>
                    <a:cubicBezTo>
                      <a:pt x="8" y="47"/>
                      <a:pt x="8" y="47"/>
                      <a:pt x="8" y="47"/>
                    </a:cubicBezTo>
                    <a:cubicBezTo>
                      <a:pt x="4" y="54"/>
                      <a:pt x="5" y="63"/>
                      <a:pt x="9" y="70"/>
                    </a:cubicBezTo>
                    <a:cubicBezTo>
                      <a:pt x="11" y="73"/>
                      <a:pt x="14" y="76"/>
                      <a:pt x="18" y="78"/>
                    </a:cubicBezTo>
                    <a:cubicBezTo>
                      <a:pt x="22" y="81"/>
                      <a:pt x="22" y="81"/>
                      <a:pt x="22" y="81"/>
                    </a:cubicBezTo>
                    <a:cubicBezTo>
                      <a:pt x="23" y="81"/>
                      <a:pt x="24" y="83"/>
                      <a:pt x="23" y="83"/>
                    </a:cubicBezTo>
                    <a:cubicBezTo>
                      <a:pt x="23" y="84"/>
                      <a:pt x="22" y="84"/>
                      <a:pt x="21" y="84"/>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46" name="Google Shape;246;g3af25aee5e6_0_37"/>
              <p:cNvSpPr/>
              <p:nvPr/>
            </p:nvSpPr>
            <p:spPr>
              <a:xfrm>
                <a:off x="6554788" y="3390901"/>
                <a:ext cx="1389063" cy="1511300"/>
              </a:xfrm>
              <a:custGeom>
                <a:avLst/>
                <a:gdLst/>
                <a:ahLst/>
                <a:cxnLst/>
                <a:rect l="l" t="t" r="r" b="b"/>
                <a:pathLst>
                  <a:path w="368" h="400" extrusionOk="0">
                    <a:moveTo>
                      <a:pt x="156" y="399"/>
                    </a:moveTo>
                    <a:cubicBezTo>
                      <a:pt x="3" y="400"/>
                      <a:pt x="3" y="400"/>
                      <a:pt x="3" y="400"/>
                    </a:cubicBezTo>
                    <a:cubicBezTo>
                      <a:pt x="1" y="400"/>
                      <a:pt x="1" y="400"/>
                      <a:pt x="0" y="400"/>
                    </a:cubicBezTo>
                    <a:cubicBezTo>
                      <a:pt x="23" y="350"/>
                      <a:pt x="28" y="303"/>
                      <a:pt x="15" y="254"/>
                    </a:cubicBezTo>
                    <a:cubicBezTo>
                      <a:pt x="94" y="246"/>
                      <a:pt x="94" y="246"/>
                      <a:pt x="94" y="246"/>
                    </a:cubicBezTo>
                    <a:cubicBezTo>
                      <a:pt x="92" y="1"/>
                      <a:pt x="92" y="1"/>
                      <a:pt x="92" y="1"/>
                    </a:cubicBezTo>
                    <a:cubicBezTo>
                      <a:pt x="146" y="0"/>
                      <a:pt x="146" y="0"/>
                      <a:pt x="146" y="0"/>
                    </a:cubicBezTo>
                    <a:cubicBezTo>
                      <a:pt x="192" y="0"/>
                      <a:pt x="232" y="24"/>
                      <a:pt x="247" y="59"/>
                    </a:cubicBezTo>
                    <a:cubicBezTo>
                      <a:pt x="359" y="270"/>
                      <a:pt x="359" y="270"/>
                      <a:pt x="359" y="270"/>
                    </a:cubicBezTo>
                    <a:cubicBezTo>
                      <a:pt x="368" y="300"/>
                      <a:pt x="364" y="331"/>
                      <a:pt x="346" y="356"/>
                    </a:cubicBezTo>
                    <a:cubicBezTo>
                      <a:pt x="328" y="382"/>
                      <a:pt x="300" y="397"/>
                      <a:pt x="269" y="398"/>
                    </a:cubicBezTo>
                    <a:cubicBezTo>
                      <a:pt x="267" y="398"/>
                      <a:pt x="267" y="398"/>
                      <a:pt x="267" y="398"/>
                    </a:cubicBezTo>
                    <a:cubicBezTo>
                      <a:pt x="267" y="400"/>
                      <a:pt x="267" y="400"/>
                      <a:pt x="267" y="400"/>
                    </a:cubicBezTo>
                    <a:lnTo>
                      <a:pt x="156" y="399"/>
                    </a:lnTo>
                    <a:close/>
                  </a:path>
                </a:pathLst>
              </a:custGeom>
              <a:solidFill>
                <a:schemeClr val="accent1"/>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47" name="Google Shape;247;g3af25aee5e6_0_37"/>
              <p:cNvSpPr/>
              <p:nvPr/>
            </p:nvSpPr>
            <p:spPr>
              <a:xfrm>
                <a:off x="6543676" y="3382963"/>
                <a:ext cx="1449388" cy="1525588"/>
              </a:xfrm>
              <a:custGeom>
                <a:avLst/>
                <a:gdLst/>
                <a:ahLst/>
                <a:cxnLst/>
                <a:rect l="l" t="t" r="r" b="b"/>
                <a:pathLst>
                  <a:path w="384" h="404" extrusionOk="0">
                    <a:moveTo>
                      <a:pt x="149" y="4"/>
                    </a:moveTo>
                    <a:cubicBezTo>
                      <a:pt x="194" y="4"/>
                      <a:pt x="234" y="28"/>
                      <a:pt x="249" y="62"/>
                    </a:cubicBezTo>
                    <a:cubicBezTo>
                      <a:pt x="249" y="62"/>
                      <a:pt x="249" y="62"/>
                      <a:pt x="249" y="62"/>
                    </a:cubicBezTo>
                    <a:cubicBezTo>
                      <a:pt x="249" y="62"/>
                      <a:pt x="249" y="62"/>
                      <a:pt x="249" y="62"/>
                    </a:cubicBezTo>
                    <a:cubicBezTo>
                      <a:pt x="360" y="273"/>
                      <a:pt x="360" y="273"/>
                      <a:pt x="360" y="273"/>
                    </a:cubicBezTo>
                    <a:cubicBezTo>
                      <a:pt x="369" y="302"/>
                      <a:pt x="365" y="332"/>
                      <a:pt x="347" y="357"/>
                    </a:cubicBezTo>
                    <a:cubicBezTo>
                      <a:pt x="330" y="382"/>
                      <a:pt x="303" y="397"/>
                      <a:pt x="272" y="398"/>
                    </a:cubicBezTo>
                    <a:cubicBezTo>
                      <a:pt x="268" y="398"/>
                      <a:pt x="268" y="398"/>
                      <a:pt x="268" y="398"/>
                    </a:cubicBezTo>
                    <a:cubicBezTo>
                      <a:pt x="268" y="400"/>
                      <a:pt x="268" y="400"/>
                      <a:pt x="268" y="400"/>
                    </a:cubicBezTo>
                    <a:cubicBezTo>
                      <a:pt x="159" y="399"/>
                      <a:pt x="159" y="399"/>
                      <a:pt x="159" y="399"/>
                    </a:cubicBezTo>
                    <a:cubicBezTo>
                      <a:pt x="6" y="400"/>
                      <a:pt x="6" y="400"/>
                      <a:pt x="6" y="400"/>
                    </a:cubicBezTo>
                    <a:cubicBezTo>
                      <a:pt x="6" y="400"/>
                      <a:pt x="6" y="400"/>
                      <a:pt x="6" y="400"/>
                    </a:cubicBezTo>
                    <a:cubicBezTo>
                      <a:pt x="28" y="351"/>
                      <a:pt x="33" y="306"/>
                      <a:pt x="20" y="258"/>
                    </a:cubicBezTo>
                    <a:cubicBezTo>
                      <a:pt x="95" y="250"/>
                      <a:pt x="95" y="250"/>
                      <a:pt x="95" y="250"/>
                    </a:cubicBezTo>
                    <a:cubicBezTo>
                      <a:pt x="99" y="250"/>
                      <a:pt x="99" y="250"/>
                      <a:pt x="99" y="250"/>
                    </a:cubicBezTo>
                    <a:cubicBezTo>
                      <a:pt x="99" y="246"/>
                      <a:pt x="99" y="246"/>
                      <a:pt x="99" y="246"/>
                    </a:cubicBezTo>
                    <a:cubicBezTo>
                      <a:pt x="97" y="5"/>
                      <a:pt x="97" y="5"/>
                      <a:pt x="97" y="5"/>
                    </a:cubicBezTo>
                    <a:cubicBezTo>
                      <a:pt x="149" y="4"/>
                      <a:pt x="149" y="4"/>
                      <a:pt x="149" y="4"/>
                    </a:cubicBezTo>
                    <a:moveTo>
                      <a:pt x="149" y="0"/>
                    </a:moveTo>
                    <a:cubicBezTo>
                      <a:pt x="93" y="1"/>
                      <a:pt x="93" y="1"/>
                      <a:pt x="93" y="1"/>
                    </a:cubicBezTo>
                    <a:cubicBezTo>
                      <a:pt x="95" y="246"/>
                      <a:pt x="95" y="246"/>
                      <a:pt x="95" y="246"/>
                    </a:cubicBezTo>
                    <a:cubicBezTo>
                      <a:pt x="15" y="255"/>
                      <a:pt x="15" y="255"/>
                      <a:pt x="15" y="255"/>
                    </a:cubicBezTo>
                    <a:cubicBezTo>
                      <a:pt x="30" y="307"/>
                      <a:pt x="24" y="354"/>
                      <a:pt x="0" y="403"/>
                    </a:cubicBezTo>
                    <a:cubicBezTo>
                      <a:pt x="0" y="404"/>
                      <a:pt x="4" y="404"/>
                      <a:pt x="6" y="404"/>
                    </a:cubicBezTo>
                    <a:cubicBezTo>
                      <a:pt x="6" y="404"/>
                      <a:pt x="6" y="404"/>
                      <a:pt x="6" y="404"/>
                    </a:cubicBezTo>
                    <a:cubicBezTo>
                      <a:pt x="159" y="403"/>
                      <a:pt x="159" y="403"/>
                      <a:pt x="159" y="403"/>
                    </a:cubicBezTo>
                    <a:cubicBezTo>
                      <a:pt x="272" y="404"/>
                      <a:pt x="272" y="404"/>
                      <a:pt x="272" y="404"/>
                    </a:cubicBezTo>
                    <a:cubicBezTo>
                      <a:pt x="272" y="402"/>
                      <a:pt x="272" y="402"/>
                      <a:pt x="272" y="402"/>
                    </a:cubicBezTo>
                    <a:cubicBezTo>
                      <a:pt x="338" y="400"/>
                      <a:pt x="384" y="335"/>
                      <a:pt x="364" y="272"/>
                    </a:cubicBezTo>
                    <a:cubicBezTo>
                      <a:pt x="252" y="60"/>
                      <a:pt x="252" y="60"/>
                      <a:pt x="252" y="60"/>
                    </a:cubicBezTo>
                    <a:cubicBezTo>
                      <a:pt x="235" y="22"/>
                      <a:pt x="193" y="0"/>
                      <a:pt x="149" y="0"/>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48" name="Google Shape;248;g3af25aee5e6_0_37"/>
              <p:cNvSpPr/>
              <p:nvPr/>
            </p:nvSpPr>
            <p:spPr>
              <a:xfrm>
                <a:off x="6659563" y="4795838"/>
                <a:ext cx="65088" cy="63500"/>
              </a:xfrm>
              <a:custGeom>
                <a:avLst/>
                <a:gdLst/>
                <a:ahLst/>
                <a:cxnLst/>
                <a:rect l="l" t="t" r="r" b="b"/>
                <a:pathLst>
                  <a:path w="17" h="17" extrusionOk="0">
                    <a:moveTo>
                      <a:pt x="7" y="1"/>
                    </a:moveTo>
                    <a:cubicBezTo>
                      <a:pt x="12" y="0"/>
                      <a:pt x="16" y="3"/>
                      <a:pt x="16" y="7"/>
                    </a:cubicBezTo>
                    <a:cubicBezTo>
                      <a:pt x="17" y="12"/>
                      <a:pt x="14" y="16"/>
                      <a:pt x="10" y="16"/>
                    </a:cubicBezTo>
                    <a:cubicBezTo>
                      <a:pt x="5" y="17"/>
                      <a:pt x="1" y="14"/>
                      <a:pt x="1" y="9"/>
                    </a:cubicBezTo>
                    <a:cubicBezTo>
                      <a:pt x="0" y="5"/>
                      <a:pt x="3" y="1"/>
                      <a:pt x="7" y="1"/>
                    </a:cubicBezTo>
                    <a:close/>
                  </a:path>
                </a:pathLst>
              </a:custGeom>
              <a:solidFill>
                <a:srgbClr val="F9F8F6"/>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49" name="Google Shape;249;g3af25aee5e6_0_37"/>
              <p:cNvSpPr/>
              <p:nvPr/>
            </p:nvSpPr>
            <p:spPr>
              <a:xfrm>
                <a:off x="6653213" y="4787901"/>
                <a:ext cx="79375" cy="76200"/>
              </a:xfrm>
              <a:custGeom>
                <a:avLst/>
                <a:gdLst/>
                <a:ahLst/>
                <a:cxnLst/>
                <a:rect l="l" t="t" r="r" b="b"/>
                <a:pathLst>
                  <a:path w="21" h="20" extrusionOk="0">
                    <a:moveTo>
                      <a:pt x="11" y="20"/>
                    </a:moveTo>
                    <a:cubicBezTo>
                      <a:pt x="6" y="20"/>
                      <a:pt x="1" y="17"/>
                      <a:pt x="1" y="12"/>
                    </a:cubicBezTo>
                    <a:cubicBezTo>
                      <a:pt x="0" y="9"/>
                      <a:pt x="1" y="6"/>
                      <a:pt x="3" y="4"/>
                    </a:cubicBezTo>
                    <a:cubicBezTo>
                      <a:pt x="4" y="2"/>
                      <a:pt x="7" y="1"/>
                      <a:pt x="9" y="1"/>
                    </a:cubicBezTo>
                    <a:cubicBezTo>
                      <a:pt x="15" y="0"/>
                      <a:pt x="20" y="4"/>
                      <a:pt x="20" y="9"/>
                    </a:cubicBezTo>
                    <a:cubicBezTo>
                      <a:pt x="21" y="14"/>
                      <a:pt x="17" y="19"/>
                      <a:pt x="12" y="20"/>
                    </a:cubicBezTo>
                    <a:cubicBezTo>
                      <a:pt x="11" y="20"/>
                      <a:pt x="11" y="20"/>
                      <a:pt x="11" y="20"/>
                    </a:cubicBezTo>
                    <a:close/>
                    <a:moveTo>
                      <a:pt x="10" y="5"/>
                    </a:moveTo>
                    <a:cubicBezTo>
                      <a:pt x="8" y="5"/>
                      <a:pt x="7" y="6"/>
                      <a:pt x="6" y="7"/>
                    </a:cubicBezTo>
                    <a:cubicBezTo>
                      <a:pt x="5" y="8"/>
                      <a:pt x="5" y="10"/>
                      <a:pt x="5" y="11"/>
                    </a:cubicBezTo>
                    <a:cubicBezTo>
                      <a:pt x="5" y="13"/>
                      <a:pt x="6" y="14"/>
                      <a:pt x="7" y="15"/>
                    </a:cubicBezTo>
                    <a:cubicBezTo>
                      <a:pt x="8" y="16"/>
                      <a:pt x="10" y="16"/>
                      <a:pt x="11" y="16"/>
                    </a:cubicBezTo>
                    <a:cubicBezTo>
                      <a:pt x="15" y="16"/>
                      <a:pt x="17" y="13"/>
                      <a:pt x="16" y="10"/>
                    </a:cubicBezTo>
                    <a:cubicBezTo>
                      <a:pt x="16" y="6"/>
                      <a:pt x="13" y="4"/>
                      <a:pt x="10" y="5"/>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50" name="Google Shape;250;g3af25aee5e6_0_37"/>
              <p:cNvSpPr/>
              <p:nvPr/>
            </p:nvSpPr>
            <p:spPr>
              <a:xfrm>
                <a:off x="6746876" y="4598988"/>
                <a:ext cx="71438" cy="317500"/>
              </a:xfrm>
              <a:custGeom>
                <a:avLst/>
                <a:gdLst/>
                <a:ahLst/>
                <a:cxnLst/>
                <a:rect l="l" t="t" r="r" b="b"/>
                <a:pathLst>
                  <a:path w="19" h="84" extrusionOk="0">
                    <a:moveTo>
                      <a:pt x="3" y="84"/>
                    </a:moveTo>
                    <a:cubicBezTo>
                      <a:pt x="2" y="84"/>
                      <a:pt x="2" y="84"/>
                      <a:pt x="2" y="84"/>
                    </a:cubicBezTo>
                    <a:cubicBezTo>
                      <a:pt x="1" y="83"/>
                      <a:pt x="0" y="82"/>
                      <a:pt x="1" y="81"/>
                    </a:cubicBezTo>
                    <a:cubicBezTo>
                      <a:pt x="1" y="81"/>
                      <a:pt x="15" y="57"/>
                      <a:pt x="10" y="2"/>
                    </a:cubicBezTo>
                    <a:cubicBezTo>
                      <a:pt x="9" y="1"/>
                      <a:pt x="10" y="0"/>
                      <a:pt x="11" y="0"/>
                    </a:cubicBezTo>
                    <a:cubicBezTo>
                      <a:pt x="12" y="0"/>
                      <a:pt x="13" y="0"/>
                      <a:pt x="14" y="2"/>
                    </a:cubicBezTo>
                    <a:cubicBezTo>
                      <a:pt x="19" y="58"/>
                      <a:pt x="5" y="82"/>
                      <a:pt x="4" y="83"/>
                    </a:cubicBezTo>
                    <a:cubicBezTo>
                      <a:pt x="4" y="84"/>
                      <a:pt x="3" y="84"/>
                      <a:pt x="3" y="84"/>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51" name="Google Shape;251;g3af25aee5e6_0_37"/>
              <p:cNvSpPr/>
              <p:nvPr/>
            </p:nvSpPr>
            <p:spPr>
              <a:xfrm>
                <a:off x="4773613" y="4010026"/>
                <a:ext cx="1885950" cy="898525"/>
              </a:xfrm>
              <a:custGeom>
                <a:avLst/>
                <a:gdLst/>
                <a:ahLst/>
                <a:cxnLst/>
                <a:rect l="l" t="t" r="r" b="b"/>
                <a:pathLst>
                  <a:path w="500" h="238" extrusionOk="0">
                    <a:moveTo>
                      <a:pt x="66" y="238"/>
                    </a:moveTo>
                    <a:cubicBezTo>
                      <a:pt x="1" y="22"/>
                      <a:pt x="1" y="22"/>
                      <a:pt x="1" y="22"/>
                    </a:cubicBezTo>
                    <a:cubicBezTo>
                      <a:pt x="0" y="17"/>
                      <a:pt x="1" y="11"/>
                      <a:pt x="4" y="7"/>
                    </a:cubicBezTo>
                    <a:cubicBezTo>
                      <a:pt x="7" y="2"/>
                      <a:pt x="13" y="0"/>
                      <a:pt x="18" y="0"/>
                    </a:cubicBezTo>
                    <a:cubicBezTo>
                      <a:pt x="261" y="0"/>
                      <a:pt x="261" y="0"/>
                      <a:pt x="261" y="0"/>
                    </a:cubicBezTo>
                    <a:cubicBezTo>
                      <a:pt x="269" y="0"/>
                      <a:pt x="276" y="5"/>
                      <a:pt x="278" y="13"/>
                    </a:cubicBezTo>
                    <a:cubicBezTo>
                      <a:pt x="334" y="217"/>
                      <a:pt x="334" y="217"/>
                      <a:pt x="334" y="217"/>
                    </a:cubicBezTo>
                    <a:cubicBezTo>
                      <a:pt x="498" y="217"/>
                      <a:pt x="498" y="217"/>
                      <a:pt x="498" y="217"/>
                    </a:cubicBezTo>
                    <a:cubicBezTo>
                      <a:pt x="499" y="217"/>
                      <a:pt x="500" y="218"/>
                      <a:pt x="500" y="218"/>
                    </a:cubicBezTo>
                    <a:cubicBezTo>
                      <a:pt x="500" y="218"/>
                      <a:pt x="500" y="219"/>
                      <a:pt x="500" y="220"/>
                    </a:cubicBezTo>
                    <a:cubicBezTo>
                      <a:pt x="488" y="238"/>
                      <a:pt x="488" y="238"/>
                      <a:pt x="488" y="238"/>
                    </a:cubicBezTo>
                    <a:lnTo>
                      <a:pt x="66" y="238"/>
                    </a:lnTo>
                    <a:close/>
                  </a:path>
                </a:pathLst>
              </a:custGeom>
              <a:solidFill>
                <a:srgbClr val="B5C5C6"/>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52" name="Google Shape;252;g3af25aee5e6_0_37"/>
              <p:cNvSpPr/>
              <p:nvPr/>
            </p:nvSpPr>
            <p:spPr>
              <a:xfrm>
                <a:off x="4757738" y="4002088"/>
                <a:ext cx="1914525" cy="914400"/>
              </a:xfrm>
              <a:custGeom>
                <a:avLst/>
                <a:gdLst/>
                <a:ahLst/>
                <a:cxnLst/>
                <a:rect l="l" t="t" r="r" b="b"/>
                <a:pathLst>
                  <a:path w="507" h="242" extrusionOk="0">
                    <a:moveTo>
                      <a:pt x="265" y="4"/>
                    </a:moveTo>
                    <a:cubicBezTo>
                      <a:pt x="272" y="4"/>
                      <a:pt x="278" y="8"/>
                      <a:pt x="280" y="15"/>
                    </a:cubicBezTo>
                    <a:cubicBezTo>
                      <a:pt x="336" y="218"/>
                      <a:pt x="336" y="218"/>
                      <a:pt x="336" y="218"/>
                    </a:cubicBezTo>
                    <a:cubicBezTo>
                      <a:pt x="337" y="221"/>
                      <a:pt x="337" y="221"/>
                      <a:pt x="337" y="221"/>
                    </a:cubicBezTo>
                    <a:cubicBezTo>
                      <a:pt x="340" y="221"/>
                      <a:pt x="340" y="221"/>
                      <a:pt x="340" y="221"/>
                    </a:cubicBezTo>
                    <a:cubicBezTo>
                      <a:pt x="347" y="221"/>
                      <a:pt x="347" y="221"/>
                      <a:pt x="347" y="221"/>
                    </a:cubicBezTo>
                    <a:cubicBezTo>
                      <a:pt x="502" y="221"/>
                      <a:pt x="502" y="221"/>
                      <a:pt x="502" y="221"/>
                    </a:cubicBezTo>
                    <a:cubicBezTo>
                      <a:pt x="490" y="238"/>
                      <a:pt x="490" y="238"/>
                      <a:pt x="490" y="238"/>
                    </a:cubicBezTo>
                    <a:cubicBezTo>
                      <a:pt x="347" y="238"/>
                      <a:pt x="347" y="238"/>
                      <a:pt x="347" y="238"/>
                    </a:cubicBezTo>
                    <a:cubicBezTo>
                      <a:pt x="72" y="238"/>
                      <a:pt x="72" y="238"/>
                      <a:pt x="72" y="238"/>
                    </a:cubicBezTo>
                    <a:cubicBezTo>
                      <a:pt x="7" y="24"/>
                      <a:pt x="7" y="24"/>
                      <a:pt x="7" y="24"/>
                    </a:cubicBezTo>
                    <a:cubicBezTo>
                      <a:pt x="6" y="19"/>
                      <a:pt x="7" y="14"/>
                      <a:pt x="10" y="10"/>
                    </a:cubicBezTo>
                    <a:cubicBezTo>
                      <a:pt x="13" y="6"/>
                      <a:pt x="17" y="4"/>
                      <a:pt x="22" y="4"/>
                    </a:cubicBezTo>
                    <a:cubicBezTo>
                      <a:pt x="265" y="4"/>
                      <a:pt x="265" y="4"/>
                      <a:pt x="265" y="4"/>
                    </a:cubicBezTo>
                    <a:moveTo>
                      <a:pt x="265" y="0"/>
                    </a:moveTo>
                    <a:cubicBezTo>
                      <a:pt x="22" y="0"/>
                      <a:pt x="22" y="0"/>
                      <a:pt x="22" y="0"/>
                    </a:cubicBezTo>
                    <a:cubicBezTo>
                      <a:pt x="9" y="0"/>
                      <a:pt x="0" y="12"/>
                      <a:pt x="3" y="25"/>
                    </a:cubicBezTo>
                    <a:cubicBezTo>
                      <a:pt x="69" y="242"/>
                      <a:pt x="69" y="242"/>
                      <a:pt x="69" y="242"/>
                    </a:cubicBezTo>
                    <a:cubicBezTo>
                      <a:pt x="347" y="242"/>
                      <a:pt x="347" y="242"/>
                      <a:pt x="347" y="242"/>
                    </a:cubicBezTo>
                    <a:cubicBezTo>
                      <a:pt x="493" y="242"/>
                      <a:pt x="493" y="242"/>
                      <a:pt x="493" y="242"/>
                    </a:cubicBezTo>
                    <a:cubicBezTo>
                      <a:pt x="505" y="223"/>
                      <a:pt x="505" y="223"/>
                      <a:pt x="505" y="223"/>
                    </a:cubicBezTo>
                    <a:cubicBezTo>
                      <a:pt x="507" y="220"/>
                      <a:pt x="505" y="217"/>
                      <a:pt x="502" y="217"/>
                    </a:cubicBezTo>
                    <a:cubicBezTo>
                      <a:pt x="347" y="217"/>
                      <a:pt x="347" y="217"/>
                      <a:pt x="347" y="217"/>
                    </a:cubicBezTo>
                    <a:cubicBezTo>
                      <a:pt x="340" y="217"/>
                      <a:pt x="340" y="217"/>
                      <a:pt x="340" y="217"/>
                    </a:cubicBezTo>
                    <a:cubicBezTo>
                      <a:pt x="284" y="14"/>
                      <a:pt x="284" y="14"/>
                      <a:pt x="284" y="14"/>
                    </a:cubicBezTo>
                    <a:cubicBezTo>
                      <a:pt x="281" y="6"/>
                      <a:pt x="274" y="0"/>
                      <a:pt x="265" y="0"/>
                    </a:cubicBezTo>
                    <a:close/>
                  </a:path>
                </a:pathLst>
              </a:custGeom>
              <a:solidFill>
                <a:srgbClr val="000000"/>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53" name="Google Shape;253;g3af25aee5e6_0_37"/>
              <p:cNvSpPr/>
              <p:nvPr/>
            </p:nvSpPr>
            <p:spPr>
              <a:xfrm>
                <a:off x="4694238" y="4017963"/>
                <a:ext cx="1282700" cy="890588"/>
              </a:xfrm>
              <a:custGeom>
                <a:avLst/>
                <a:gdLst/>
                <a:ahLst/>
                <a:cxnLst/>
                <a:rect l="l" t="t" r="r" b="b"/>
                <a:pathLst>
                  <a:path w="340" h="236" extrusionOk="0">
                    <a:moveTo>
                      <a:pt x="67" y="236"/>
                    </a:moveTo>
                    <a:cubicBezTo>
                      <a:pt x="1" y="22"/>
                      <a:pt x="1" y="22"/>
                      <a:pt x="1" y="22"/>
                    </a:cubicBezTo>
                    <a:cubicBezTo>
                      <a:pt x="0" y="17"/>
                      <a:pt x="1" y="11"/>
                      <a:pt x="4" y="7"/>
                    </a:cubicBezTo>
                    <a:cubicBezTo>
                      <a:pt x="7" y="2"/>
                      <a:pt x="13" y="0"/>
                      <a:pt x="18" y="0"/>
                    </a:cubicBezTo>
                    <a:cubicBezTo>
                      <a:pt x="261" y="0"/>
                      <a:pt x="261" y="0"/>
                      <a:pt x="261" y="0"/>
                    </a:cubicBezTo>
                    <a:cubicBezTo>
                      <a:pt x="269" y="0"/>
                      <a:pt x="276" y="5"/>
                      <a:pt x="278" y="12"/>
                    </a:cubicBezTo>
                    <a:cubicBezTo>
                      <a:pt x="340" y="236"/>
                      <a:pt x="340" y="236"/>
                      <a:pt x="340" y="236"/>
                    </a:cubicBezTo>
                    <a:lnTo>
                      <a:pt x="67" y="236"/>
                    </a:lnTo>
                    <a:close/>
                  </a:path>
                </a:pathLst>
              </a:custGeom>
              <a:solidFill>
                <a:srgbClr val="BFD1CE"/>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54" name="Google Shape;254;g3af25aee5e6_0_37"/>
              <p:cNvSpPr/>
              <p:nvPr/>
            </p:nvSpPr>
            <p:spPr>
              <a:xfrm>
                <a:off x="4678363" y="4010026"/>
                <a:ext cx="1309688" cy="906463"/>
              </a:xfrm>
              <a:custGeom>
                <a:avLst/>
                <a:gdLst/>
                <a:ahLst/>
                <a:cxnLst/>
                <a:rect l="l" t="t" r="r" b="b"/>
                <a:pathLst>
                  <a:path w="347" h="240" extrusionOk="0">
                    <a:moveTo>
                      <a:pt x="265" y="4"/>
                    </a:moveTo>
                    <a:cubicBezTo>
                      <a:pt x="272" y="4"/>
                      <a:pt x="278" y="8"/>
                      <a:pt x="280" y="15"/>
                    </a:cubicBezTo>
                    <a:cubicBezTo>
                      <a:pt x="341" y="236"/>
                      <a:pt x="341" y="236"/>
                      <a:pt x="341" y="236"/>
                    </a:cubicBezTo>
                    <a:cubicBezTo>
                      <a:pt x="72" y="236"/>
                      <a:pt x="72" y="236"/>
                      <a:pt x="72" y="236"/>
                    </a:cubicBezTo>
                    <a:cubicBezTo>
                      <a:pt x="7" y="24"/>
                      <a:pt x="7" y="24"/>
                      <a:pt x="7" y="24"/>
                    </a:cubicBezTo>
                    <a:cubicBezTo>
                      <a:pt x="6" y="19"/>
                      <a:pt x="7" y="14"/>
                      <a:pt x="10" y="10"/>
                    </a:cubicBezTo>
                    <a:cubicBezTo>
                      <a:pt x="13" y="6"/>
                      <a:pt x="17" y="4"/>
                      <a:pt x="22" y="4"/>
                    </a:cubicBezTo>
                    <a:cubicBezTo>
                      <a:pt x="265" y="4"/>
                      <a:pt x="265" y="4"/>
                      <a:pt x="265" y="4"/>
                    </a:cubicBezTo>
                    <a:moveTo>
                      <a:pt x="265" y="0"/>
                    </a:moveTo>
                    <a:cubicBezTo>
                      <a:pt x="22" y="0"/>
                      <a:pt x="22" y="0"/>
                      <a:pt x="22" y="0"/>
                    </a:cubicBezTo>
                    <a:cubicBezTo>
                      <a:pt x="9" y="0"/>
                      <a:pt x="0" y="12"/>
                      <a:pt x="4" y="25"/>
                    </a:cubicBezTo>
                    <a:cubicBezTo>
                      <a:pt x="69" y="240"/>
                      <a:pt x="69" y="240"/>
                      <a:pt x="69" y="240"/>
                    </a:cubicBezTo>
                    <a:cubicBezTo>
                      <a:pt x="347" y="240"/>
                      <a:pt x="347" y="240"/>
                      <a:pt x="347" y="240"/>
                    </a:cubicBezTo>
                    <a:cubicBezTo>
                      <a:pt x="284" y="14"/>
                      <a:pt x="284" y="14"/>
                      <a:pt x="284" y="14"/>
                    </a:cubicBezTo>
                    <a:cubicBezTo>
                      <a:pt x="281" y="6"/>
                      <a:pt x="274" y="0"/>
                      <a:pt x="265" y="0"/>
                    </a:cubicBezTo>
                    <a:close/>
                  </a:path>
                </a:pathLst>
              </a:custGeom>
              <a:solidFill>
                <a:srgbClr val="000000"/>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55" name="Google Shape;255;g3af25aee5e6_0_37"/>
              <p:cNvSpPr/>
              <p:nvPr/>
            </p:nvSpPr>
            <p:spPr>
              <a:xfrm>
                <a:off x="5218113" y="4373563"/>
                <a:ext cx="189000" cy="180900"/>
              </a:xfrm>
              <a:prstGeom prst="ellipse">
                <a:avLst/>
              </a:prstGeom>
              <a:solidFill>
                <a:srgbClr val="F9F8F6"/>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56" name="Google Shape;256;g3af25aee5e6_0_37"/>
              <p:cNvSpPr/>
              <p:nvPr/>
            </p:nvSpPr>
            <p:spPr>
              <a:xfrm>
                <a:off x="5210176" y="4365626"/>
                <a:ext cx="204788" cy="195263"/>
              </a:xfrm>
              <a:custGeom>
                <a:avLst/>
                <a:gdLst/>
                <a:ahLst/>
                <a:cxnLst/>
                <a:rect l="l" t="t" r="r" b="b"/>
                <a:pathLst>
                  <a:path w="54" h="52" extrusionOk="0">
                    <a:moveTo>
                      <a:pt x="27" y="52"/>
                    </a:moveTo>
                    <a:cubicBezTo>
                      <a:pt x="12" y="52"/>
                      <a:pt x="0" y="40"/>
                      <a:pt x="0" y="26"/>
                    </a:cubicBezTo>
                    <a:cubicBezTo>
                      <a:pt x="0" y="12"/>
                      <a:pt x="12" y="0"/>
                      <a:pt x="27" y="0"/>
                    </a:cubicBezTo>
                    <a:cubicBezTo>
                      <a:pt x="41" y="0"/>
                      <a:pt x="54" y="12"/>
                      <a:pt x="54" y="26"/>
                    </a:cubicBezTo>
                    <a:cubicBezTo>
                      <a:pt x="54" y="40"/>
                      <a:pt x="41" y="52"/>
                      <a:pt x="27" y="52"/>
                    </a:cubicBezTo>
                    <a:close/>
                    <a:moveTo>
                      <a:pt x="27" y="4"/>
                    </a:moveTo>
                    <a:cubicBezTo>
                      <a:pt x="14" y="4"/>
                      <a:pt x="4" y="14"/>
                      <a:pt x="4" y="26"/>
                    </a:cubicBezTo>
                    <a:cubicBezTo>
                      <a:pt x="4" y="38"/>
                      <a:pt x="14" y="48"/>
                      <a:pt x="27" y="48"/>
                    </a:cubicBezTo>
                    <a:cubicBezTo>
                      <a:pt x="39" y="48"/>
                      <a:pt x="50" y="38"/>
                      <a:pt x="50" y="26"/>
                    </a:cubicBezTo>
                    <a:cubicBezTo>
                      <a:pt x="50" y="14"/>
                      <a:pt x="39" y="4"/>
                      <a:pt x="27" y="4"/>
                    </a:cubicBezTo>
                    <a:close/>
                  </a:path>
                </a:pathLst>
              </a:custGeom>
              <a:solidFill>
                <a:srgbClr val="313149"/>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57" name="Google Shape;257;g3af25aee5e6_0_37"/>
              <p:cNvSpPr/>
              <p:nvPr/>
            </p:nvSpPr>
            <p:spPr>
              <a:xfrm>
                <a:off x="4746626" y="2251076"/>
                <a:ext cx="63600" cy="63600"/>
              </a:xfrm>
              <a:prstGeom prst="ellipse">
                <a:avLst/>
              </a:prstGeom>
              <a:solidFill>
                <a:srgbClr val="FFE6D7"/>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sp>
            <p:nvSpPr>
              <p:cNvPr id="258" name="Google Shape;258;g3af25aee5e6_0_37"/>
              <p:cNvSpPr/>
              <p:nvPr/>
            </p:nvSpPr>
            <p:spPr>
              <a:xfrm>
                <a:off x="4592638" y="2251076"/>
                <a:ext cx="63600" cy="63600"/>
              </a:xfrm>
              <a:prstGeom prst="ellipse">
                <a:avLst/>
              </a:prstGeom>
              <a:solidFill>
                <a:srgbClr val="FFE6D7"/>
              </a:solidFill>
              <a:ln>
                <a:noFill/>
              </a:ln>
            </p:spPr>
            <p:txBody>
              <a:bodyPr spcFirstLastPara="1" wrap="square" lIns="42050" tIns="21025" rIns="42050" bIns="21025" anchor="t" anchorCtr="0">
                <a:noAutofit/>
              </a:bodyPr>
              <a:lstStyle/>
              <a:p>
                <a:pPr marL="0" marR="0" lvl="0" indent="0" algn="l" rtl="0">
                  <a:spcBef>
                    <a:spcPts val="0"/>
                  </a:spcBef>
                  <a:spcAft>
                    <a:spcPts val="0"/>
                  </a:spcAft>
                  <a:buNone/>
                </a:pPr>
                <a:endParaRPr sz="828">
                  <a:solidFill>
                    <a:schemeClr val="dk1"/>
                  </a:solidFill>
                  <a:latin typeface="Arial"/>
                  <a:ea typeface="Arial"/>
                  <a:cs typeface="Arial"/>
                  <a:sym typeface="Arial"/>
                </a:endParaRPr>
              </a:p>
            </p:txBody>
          </p:sp>
        </p:grpSp>
        <p:grpSp>
          <p:nvGrpSpPr>
            <p:cNvPr id="259" name="Google Shape;259;g3af25aee5e6_0_37"/>
            <p:cNvGrpSpPr/>
            <p:nvPr/>
          </p:nvGrpSpPr>
          <p:grpSpPr>
            <a:xfrm>
              <a:off x="4805918" y="4429720"/>
              <a:ext cx="1794836" cy="858677"/>
              <a:chOff x="6034600" y="2567547"/>
              <a:chExt cx="1794836" cy="858677"/>
            </a:xfrm>
          </p:grpSpPr>
          <p:sp>
            <p:nvSpPr>
              <p:cNvPr id="260" name="Google Shape;260;g3af25aee5e6_0_37"/>
              <p:cNvSpPr/>
              <p:nvPr/>
            </p:nvSpPr>
            <p:spPr>
              <a:xfrm>
                <a:off x="6034600" y="2567547"/>
                <a:ext cx="1766700" cy="338700"/>
              </a:xfrm>
              <a:prstGeom prst="rect">
                <a:avLst/>
              </a:prstGeom>
              <a:noFill/>
              <a:ln>
                <a:noFill/>
              </a:ln>
            </p:spPr>
            <p:txBody>
              <a:bodyPr spcFirstLastPara="1" wrap="square" lIns="42050" tIns="21025" rIns="42050" bIns="21025" anchor="b" anchorCtr="0">
                <a:noAutofit/>
              </a:bodyPr>
              <a:lstStyle/>
              <a:p>
                <a:pPr marL="0" marR="0" lvl="0" indent="0" algn="l" rtl="0">
                  <a:lnSpc>
                    <a:spcPct val="100000"/>
                  </a:lnSpc>
                  <a:spcBef>
                    <a:spcPts val="0"/>
                  </a:spcBef>
                  <a:spcAft>
                    <a:spcPts val="0"/>
                  </a:spcAft>
                  <a:buNone/>
                </a:pPr>
                <a:endParaRPr sz="644"/>
              </a:p>
            </p:txBody>
          </p:sp>
          <p:sp>
            <p:nvSpPr>
              <p:cNvPr id="261" name="Google Shape;261;g3af25aee5e6_0_37"/>
              <p:cNvSpPr/>
              <p:nvPr/>
            </p:nvSpPr>
            <p:spPr>
              <a:xfrm>
                <a:off x="6062736" y="2909924"/>
                <a:ext cx="1766700" cy="516300"/>
              </a:xfrm>
              <a:prstGeom prst="rect">
                <a:avLst/>
              </a:prstGeom>
              <a:noFill/>
              <a:ln>
                <a:noFill/>
              </a:ln>
            </p:spPr>
            <p:txBody>
              <a:bodyPr spcFirstLastPara="1" wrap="square" lIns="42050" tIns="21025" rIns="42050" bIns="21025" anchor="t" anchorCtr="0">
                <a:noAutofit/>
              </a:bodyPr>
              <a:lstStyle/>
              <a:p>
                <a:pPr marL="0" marR="0" lvl="0" indent="0" algn="l" rtl="0">
                  <a:lnSpc>
                    <a:spcPct val="120000"/>
                  </a:lnSpc>
                  <a:spcBef>
                    <a:spcPts val="0"/>
                  </a:spcBef>
                  <a:spcAft>
                    <a:spcPts val="0"/>
                  </a:spcAft>
                  <a:buNone/>
                </a:pPr>
                <a:endParaRPr sz="644"/>
              </a:p>
            </p:txBody>
          </p:sp>
        </p:grpSp>
      </p:grpSp>
      <p:sp>
        <p:nvSpPr>
          <p:cNvPr id="262" name="Google Shape;262;g3af25aee5e6_0_37"/>
          <p:cNvSpPr txBox="1">
            <a:spLocks noGrp="1"/>
          </p:cNvSpPr>
          <p:nvPr>
            <p:ph type="title"/>
          </p:nvPr>
        </p:nvSpPr>
        <p:spPr>
          <a:xfrm>
            <a:off x="660399" y="0"/>
            <a:ext cx="10858500" cy="1028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1"/>
              </a:buClr>
              <a:buFont typeface="Arial"/>
              <a:buNone/>
            </a:pPr>
            <a:r>
              <a:rPr lang="zh-CN" sz="3500"/>
              <a:t>Dataset Description</a:t>
            </a:r>
            <a:endParaRPr sz="3500"/>
          </a:p>
        </p:txBody>
      </p:sp>
      <p:pic>
        <p:nvPicPr>
          <p:cNvPr id="263" name="Google Shape;263;g3af25aee5e6_0_37"/>
          <p:cNvPicPr preferRelativeResize="0"/>
          <p:nvPr/>
        </p:nvPicPr>
        <p:blipFill rotWithShape="1">
          <a:blip r:embed="rId3">
            <a:alphaModFix/>
          </a:blip>
          <a:srcRect/>
          <a:stretch/>
        </p:blipFill>
        <p:spPr>
          <a:xfrm>
            <a:off x="660400" y="3873025"/>
            <a:ext cx="9267225" cy="2716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g3ae53132835_1_46"/>
          <p:cNvSpPr txBox="1"/>
          <p:nvPr/>
        </p:nvSpPr>
        <p:spPr>
          <a:xfrm>
            <a:off x="4773200" y="3210675"/>
            <a:ext cx="6164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1"/>
              </a:solidFill>
            </a:endParaRPr>
          </a:p>
        </p:txBody>
      </p:sp>
      <p:sp>
        <p:nvSpPr>
          <p:cNvPr id="270" name="Google Shape;270;g3ae53132835_1_46"/>
          <p:cNvSpPr txBox="1"/>
          <p:nvPr/>
        </p:nvSpPr>
        <p:spPr>
          <a:xfrm>
            <a:off x="2980650" y="2748975"/>
            <a:ext cx="62307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4800" b="1">
                <a:solidFill>
                  <a:schemeClr val="accent1"/>
                </a:solidFill>
              </a:rPr>
              <a:t>Descriptive Analysis</a:t>
            </a:r>
            <a:endParaRPr sz="4800" b="1">
              <a:solidFill>
                <a:schemeClr val="accen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11"/>
          <p:cNvSpPr/>
          <p:nvPr/>
        </p:nvSpPr>
        <p:spPr>
          <a:xfrm>
            <a:off x="904350" y="1746500"/>
            <a:ext cx="5213400" cy="424500"/>
          </a:xfrm>
          <a:prstGeom prst="rect">
            <a:avLst/>
          </a:prstGeom>
          <a:noFill/>
          <a:ln>
            <a:noFill/>
          </a:ln>
        </p:spPr>
        <p:txBody>
          <a:bodyPr spcFirstLastPara="1" wrap="square" lIns="91425" tIns="45700" rIns="91425" bIns="45700" anchor="b" anchorCtr="0">
            <a:spAutoFit/>
          </a:bodyPr>
          <a:lstStyle/>
          <a:p>
            <a:pPr marL="0" marR="0" lvl="0" indent="0" algn="ctr" rtl="0">
              <a:lnSpc>
                <a:spcPct val="100000"/>
              </a:lnSpc>
              <a:spcBef>
                <a:spcPts val="0"/>
              </a:spcBef>
              <a:spcAft>
                <a:spcPts val="0"/>
              </a:spcAft>
              <a:buNone/>
            </a:pPr>
            <a:r>
              <a:rPr lang="zh-CN" sz="1800" b="1">
                <a:solidFill>
                  <a:schemeClr val="dk1"/>
                </a:solidFill>
              </a:rPr>
              <a:t>Liquor Sales Trend in Iowa (2015–2025)</a:t>
            </a:r>
            <a:endParaRPr sz="1800"/>
          </a:p>
        </p:txBody>
      </p:sp>
      <p:grpSp>
        <p:nvGrpSpPr>
          <p:cNvPr id="276" name="Google Shape;276;p11"/>
          <p:cNvGrpSpPr/>
          <p:nvPr/>
        </p:nvGrpSpPr>
        <p:grpSpPr>
          <a:xfrm>
            <a:off x="6568056" y="1160786"/>
            <a:ext cx="5486555" cy="5591739"/>
            <a:chOff x="6630295" y="1514385"/>
            <a:chExt cx="5200526" cy="5300226"/>
          </a:xfrm>
        </p:grpSpPr>
        <p:grpSp>
          <p:nvGrpSpPr>
            <p:cNvPr id="277" name="Google Shape;277;p11"/>
            <p:cNvGrpSpPr/>
            <p:nvPr/>
          </p:nvGrpSpPr>
          <p:grpSpPr>
            <a:xfrm>
              <a:off x="6630295" y="1514385"/>
              <a:ext cx="5200526" cy="1017441"/>
              <a:chOff x="639852" y="3675784"/>
              <a:chExt cx="3332758" cy="711974"/>
            </a:xfrm>
          </p:grpSpPr>
          <p:sp>
            <p:nvSpPr>
              <p:cNvPr id="278" name="Google Shape;278;p11"/>
              <p:cNvSpPr txBox="1"/>
              <p:nvPr/>
            </p:nvSpPr>
            <p:spPr>
              <a:xfrm>
                <a:off x="639852" y="3675784"/>
                <a:ext cx="542400" cy="626700"/>
              </a:xfrm>
              <a:prstGeom prst="rect">
                <a:avLst/>
              </a:prstGeom>
              <a:noFill/>
              <a:ln>
                <a:noFill/>
              </a:ln>
            </p:spPr>
            <p:txBody>
              <a:bodyPr spcFirstLastPara="1" wrap="square" lIns="113925" tIns="113925" rIns="113925" bIns="113925" anchor="b" anchorCtr="0">
                <a:spAutoFit/>
              </a:bodyPr>
              <a:lstStyle/>
              <a:p>
                <a:pPr marL="0" marR="0" lvl="0" indent="0" algn="l" rtl="0">
                  <a:spcBef>
                    <a:spcPts val="0"/>
                  </a:spcBef>
                  <a:spcAft>
                    <a:spcPts val="0"/>
                  </a:spcAft>
                  <a:buNone/>
                </a:pPr>
                <a:r>
                  <a:rPr lang="zh-CN" sz="4641" b="1">
                    <a:solidFill>
                      <a:schemeClr val="dk1"/>
                    </a:solidFill>
                    <a:latin typeface="Arial"/>
                    <a:ea typeface="Arial"/>
                    <a:cs typeface="Arial"/>
                    <a:sym typeface="Arial"/>
                  </a:rPr>
                  <a:t>01</a:t>
                </a:r>
                <a:endParaRPr sz="1476"/>
              </a:p>
            </p:txBody>
          </p:sp>
          <p:grpSp>
            <p:nvGrpSpPr>
              <p:cNvPr id="279" name="Google Shape;279;p11"/>
              <p:cNvGrpSpPr/>
              <p:nvPr/>
            </p:nvGrpSpPr>
            <p:grpSpPr>
              <a:xfrm>
                <a:off x="1182297" y="3731208"/>
                <a:ext cx="2790313" cy="656550"/>
                <a:chOff x="792165" y="4186851"/>
                <a:chExt cx="2365200" cy="656550"/>
              </a:xfrm>
            </p:grpSpPr>
            <p:sp>
              <p:nvSpPr>
                <p:cNvPr id="280" name="Google Shape;280;p11"/>
                <p:cNvSpPr/>
                <p:nvPr/>
              </p:nvSpPr>
              <p:spPr>
                <a:xfrm>
                  <a:off x="918764" y="4186851"/>
                  <a:ext cx="2006420" cy="324924"/>
                </a:xfrm>
                <a:prstGeom prst="rect">
                  <a:avLst/>
                </a:prstGeom>
                <a:solidFill>
                  <a:schemeClr val="dk2">
                    <a:alpha val="14901"/>
                  </a:schemeClr>
                </a:solidFill>
                <a:ln>
                  <a:noFill/>
                </a:ln>
              </p:spPr>
              <p:txBody>
                <a:bodyPr spcFirstLastPara="1" wrap="square" lIns="113925" tIns="113925" rIns="113925" bIns="113925" anchor="b" anchorCtr="0">
                  <a:normAutofit lnSpcReduction="10000"/>
                </a:bodyPr>
                <a:lstStyle/>
                <a:p>
                  <a:pPr marL="0" marR="0" lvl="0" indent="0" algn="l" rtl="0">
                    <a:lnSpc>
                      <a:spcPct val="100000"/>
                    </a:lnSpc>
                    <a:spcBef>
                      <a:spcPts val="0"/>
                    </a:spcBef>
                    <a:spcAft>
                      <a:spcPts val="0"/>
                    </a:spcAft>
                    <a:buNone/>
                  </a:pPr>
                  <a:r>
                    <a:rPr lang="zh-CN" sz="1898" b="1">
                      <a:solidFill>
                        <a:schemeClr val="dk1"/>
                      </a:solidFill>
                    </a:rPr>
                    <a:t>Steady Growth Over Time</a:t>
                  </a:r>
                  <a:endParaRPr sz="1898"/>
                </a:p>
              </p:txBody>
            </p:sp>
            <p:sp>
              <p:nvSpPr>
                <p:cNvPr id="281" name="Google Shape;281;p11"/>
                <p:cNvSpPr/>
                <p:nvPr/>
              </p:nvSpPr>
              <p:spPr>
                <a:xfrm>
                  <a:off x="792165" y="4549101"/>
                  <a:ext cx="2365200" cy="294300"/>
                </a:xfrm>
                <a:prstGeom prst="rect">
                  <a:avLst/>
                </a:prstGeom>
                <a:noFill/>
                <a:ln>
                  <a:noFill/>
                </a:ln>
              </p:spPr>
              <p:txBody>
                <a:bodyPr spcFirstLastPara="1" wrap="square" lIns="113925" tIns="113925" rIns="113925" bIns="113925" anchor="t" anchorCtr="0">
                  <a:spAutoFit/>
                </a:bodyPr>
                <a:lstStyle/>
                <a:p>
                  <a:pPr marL="482319" marR="0" lvl="0" indent="-326884" algn="l" rtl="0">
                    <a:lnSpc>
                      <a:spcPct val="120000"/>
                    </a:lnSpc>
                    <a:spcBef>
                      <a:spcPts val="0"/>
                    </a:spcBef>
                    <a:spcAft>
                      <a:spcPts val="0"/>
                    </a:spcAft>
                    <a:buClr>
                      <a:schemeClr val="dk1"/>
                    </a:buClr>
                    <a:buSzPts val="1350"/>
                    <a:buChar char="●"/>
                  </a:pPr>
                  <a:r>
                    <a:rPr lang="zh-CN" sz="1350">
                      <a:solidFill>
                        <a:schemeClr val="dk1"/>
                      </a:solidFill>
                    </a:rPr>
                    <a:t>Monthly sales increased from roughly </a:t>
                  </a:r>
                  <a:r>
                    <a:rPr lang="zh-CN" sz="1350" b="1">
                      <a:solidFill>
                        <a:schemeClr val="dk1"/>
                      </a:solidFill>
                    </a:rPr>
                    <a:t>$2,000–$3,000 in early 2015</a:t>
                  </a:r>
                  <a:r>
                    <a:rPr lang="zh-CN" sz="1350">
                      <a:solidFill>
                        <a:schemeClr val="dk1"/>
                      </a:solidFill>
                    </a:rPr>
                    <a:t> to </a:t>
                  </a:r>
                  <a:r>
                    <a:rPr lang="zh-CN" sz="1350" b="1">
                      <a:solidFill>
                        <a:schemeClr val="dk1"/>
                      </a:solidFill>
                    </a:rPr>
                    <a:t>$15,000+ by 2024.</a:t>
                  </a:r>
                  <a:endParaRPr sz="1350" b="1">
                    <a:solidFill>
                      <a:schemeClr val="dk1"/>
                    </a:solidFill>
                  </a:endParaRPr>
                </a:p>
                <a:p>
                  <a:pPr marL="482319" marR="0" lvl="0" indent="-326884" algn="l" rtl="0">
                    <a:lnSpc>
                      <a:spcPct val="120000"/>
                    </a:lnSpc>
                    <a:spcBef>
                      <a:spcPts val="0"/>
                    </a:spcBef>
                    <a:spcAft>
                      <a:spcPts val="0"/>
                    </a:spcAft>
                    <a:buClr>
                      <a:schemeClr val="dk1"/>
                    </a:buClr>
                    <a:buSzPts val="1350"/>
                    <a:buChar char="●"/>
                  </a:pPr>
                  <a:r>
                    <a:rPr lang="zh-CN" sz="1350">
                      <a:solidFill>
                        <a:schemeClr val="dk1"/>
                      </a:solidFill>
                    </a:rPr>
                    <a:t>Sales grew by more than </a:t>
                  </a:r>
                  <a:r>
                    <a:rPr lang="zh-CN" sz="1350" b="1">
                      <a:solidFill>
                        <a:schemeClr val="dk1"/>
                      </a:solidFill>
                    </a:rPr>
                    <a:t>500% over this period</a:t>
                  </a:r>
                  <a:r>
                    <a:rPr lang="zh-CN" sz="1350">
                      <a:solidFill>
                        <a:schemeClr val="dk1"/>
                      </a:solidFill>
                    </a:rPr>
                    <a:t>.</a:t>
                  </a:r>
                  <a:endParaRPr sz="1350" b="1">
                    <a:solidFill>
                      <a:schemeClr val="dk1"/>
                    </a:solidFill>
                  </a:endParaRPr>
                </a:p>
              </p:txBody>
            </p:sp>
          </p:grpSp>
        </p:grpSp>
        <p:grpSp>
          <p:nvGrpSpPr>
            <p:cNvPr id="282" name="Google Shape;282;p11"/>
            <p:cNvGrpSpPr/>
            <p:nvPr/>
          </p:nvGrpSpPr>
          <p:grpSpPr>
            <a:xfrm>
              <a:off x="6630295" y="3253681"/>
              <a:ext cx="5200524" cy="1000930"/>
              <a:chOff x="639852" y="3675784"/>
              <a:chExt cx="3332757" cy="700420"/>
            </a:xfrm>
          </p:grpSpPr>
          <p:sp>
            <p:nvSpPr>
              <p:cNvPr id="283" name="Google Shape;283;p11"/>
              <p:cNvSpPr txBox="1"/>
              <p:nvPr/>
            </p:nvSpPr>
            <p:spPr>
              <a:xfrm>
                <a:off x="639852" y="3675784"/>
                <a:ext cx="542400" cy="626700"/>
              </a:xfrm>
              <a:prstGeom prst="rect">
                <a:avLst/>
              </a:prstGeom>
              <a:noFill/>
              <a:ln>
                <a:noFill/>
              </a:ln>
            </p:spPr>
            <p:txBody>
              <a:bodyPr spcFirstLastPara="1" wrap="square" lIns="113925" tIns="113925" rIns="113925" bIns="113925" anchor="b" anchorCtr="0">
                <a:spAutoFit/>
              </a:bodyPr>
              <a:lstStyle/>
              <a:p>
                <a:pPr marL="0" marR="0" lvl="0" indent="0" algn="l" rtl="0">
                  <a:spcBef>
                    <a:spcPts val="0"/>
                  </a:spcBef>
                  <a:spcAft>
                    <a:spcPts val="0"/>
                  </a:spcAft>
                  <a:buNone/>
                </a:pPr>
                <a:r>
                  <a:rPr lang="zh-CN" sz="4641" b="1">
                    <a:solidFill>
                      <a:schemeClr val="accent1"/>
                    </a:solidFill>
                    <a:latin typeface="Arial"/>
                    <a:ea typeface="Arial"/>
                    <a:cs typeface="Arial"/>
                    <a:sym typeface="Arial"/>
                  </a:rPr>
                  <a:t>02</a:t>
                </a:r>
                <a:endParaRPr sz="1476"/>
              </a:p>
            </p:txBody>
          </p:sp>
          <p:grpSp>
            <p:nvGrpSpPr>
              <p:cNvPr id="284" name="Google Shape;284;p11"/>
              <p:cNvGrpSpPr/>
              <p:nvPr/>
            </p:nvGrpSpPr>
            <p:grpSpPr>
              <a:xfrm>
                <a:off x="1182296" y="3731208"/>
                <a:ext cx="2790313" cy="644996"/>
                <a:chOff x="792164" y="4186851"/>
                <a:chExt cx="2365200" cy="644996"/>
              </a:xfrm>
            </p:grpSpPr>
            <p:sp>
              <p:nvSpPr>
                <p:cNvPr id="285" name="Google Shape;285;p11"/>
                <p:cNvSpPr/>
                <p:nvPr/>
              </p:nvSpPr>
              <p:spPr>
                <a:xfrm>
                  <a:off x="918764" y="4186851"/>
                  <a:ext cx="2006420" cy="324924"/>
                </a:xfrm>
                <a:prstGeom prst="rect">
                  <a:avLst/>
                </a:prstGeom>
                <a:solidFill>
                  <a:schemeClr val="accent1">
                    <a:alpha val="14901"/>
                  </a:schemeClr>
                </a:solidFill>
                <a:ln>
                  <a:noFill/>
                </a:ln>
              </p:spPr>
              <p:txBody>
                <a:bodyPr spcFirstLastPara="1" wrap="square" lIns="113925" tIns="113925" rIns="113925" bIns="113925" anchor="b" anchorCtr="0">
                  <a:normAutofit lnSpcReduction="10000"/>
                </a:bodyPr>
                <a:lstStyle/>
                <a:p>
                  <a:pPr marL="0" marR="0" lvl="0" indent="0" algn="l" rtl="0">
                    <a:lnSpc>
                      <a:spcPct val="100000"/>
                    </a:lnSpc>
                    <a:spcBef>
                      <a:spcPts val="0"/>
                    </a:spcBef>
                    <a:spcAft>
                      <a:spcPts val="0"/>
                    </a:spcAft>
                    <a:buNone/>
                  </a:pPr>
                  <a:r>
                    <a:rPr lang="zh-CN" sz="1898" b="1">
                      <a:solidFill>
                        <a:schemeClr val="dk1"/>
                      </a:solidFill>
                    </a:rPr>
                    <a:t>Noticeable Seasonal Peaks</a:t>
                  </a:r>
                  <a:endParaRPr sz="1898"/>
                </a:p>
              </p:txBody>
            </p:sp>
            <p:sp>
              <p:nvSpPr>
                <p:cNvPr id="286" name="Google Shape;286;p11"/>
                <p:cNvSpPr/>
                <p:nvPr/>
              </p:nvSpPr>
              <p:spPr>
                <a:xfrm>
                  <a:off x="792164" y="4537547"/>
                  <a:ext cx="2365200" cy="294300"/>
                </a:xfrm>
                <a:prstGeom prst="rect">
                  <a:avLst/>
                </a:prstGeom>
                <a:noFill/>
                <a:ln>
                  <a:noFill/>
                </a:ln>
              </p:spPr>
              <p:txBody>
                <a:bodyPr spcFirstLastPara="1" wrap="square" lIns="113925" tIns="113925" rIns="113925" bIns="113925" anchor="t" anchorCtr="0">
                  <a:spAutoFit/>
                </a:bodyPr>
                <a:lstStyle/>
                <a:p>
                  <a:pPr marL="482319" lvl="0" indent="-321545" algn="l" rtl="0">
                    <a:lnSpc>
                      <a:spcPct val="115000"/>
                    </a:lnSpc>
                    <a:spcBef>
                      <a:spcPts val="0"/>
                    </a:spcBef>
                    <a:spcAft>
                      <a:spcPts val="0"/>
                    </a:spcAft>
                    <a:buClr>
                      <a:schemeClr val="dk1"/>
                    </a:buClr>
                    <a:buSzPts val="1266"/>
                    <a:buChar char="●"/>
                  </a:pPr>
                  <a:r>
                    <a:rPr lang="zh-CN" sz="1265">
                      <a:solidFill>
                        <a:schemeClr val="dk1"/>
                      </a:solidFill>
                    </a:rPr>
                    <a:t>Repeated spikes above </a:t>
                  </a:r>
                  <a:r>
                    <a:rPr lang="zh-CN" sz="1265" b="1">
                      <a:solidFill>
                        <a:schemeClr val="dk1"/>
                      </a:solidFill>
                    </a:rPr>
                    <a:t>$14,000–$16,000</a:t>
                  </a:r>
                  <a:r>
                    <a:rPr lang="zh-CN" sz="1265">
                      <a:solidFill>
                        <a:schemeClr val="dk1"/>
                      </a:solidFill>
                    </a:rPr>
                    <a:t>, especially near year-end, indicating strong seasonal demand.</a:t>
                  </a:r>
                  <a:endParaRPr sz="1265">
                    <a:solidFill>
                      <a:schemeClr val="dk1"/>
                    </a:solidFill>
                  </a:endParaRPr>
                </a:p>
                <a:p>
                  <a:pPr marL="482319" lvl="0" indent="-321545" algn="l" rtl="0">
                    <a:lnSpc>
                      <a:spcPct val="115000"/>
                    </a:lnSpc>
                    <a:spcBef>
                      <a:spcPts val="0"/>
                    </a:spcBef>
                    <a:spcAft>
                      <a:spcPts val="0"/>
                    </a:spcAft>
                    <a:buClr>
                      <a:schemeClr val="dk1"/>
                    </a:buClr>
                    <a:buSzPts val="1266"/>
                    <a:buChar char="●"/>
                  </a:pPr>
                  <a:r>
                    <a:rPr lang="zh-CN" sz="1265">
                      <a:solidFill>
                        <a:schemeClr val="dk1"/>
                      </a:solidFill>
                    </a:rPr>
                    <a:t>Peak months were often </a:t>
                  </a:r>
                  <a:r>
                    <a:rPr lang="zh-CN" sz="1265" b="1">
                      <a:solidFill>
                        <a:schemeClr val="dk1"/>
                      </a:solidFill>
                    </a:rPr>
                    <a:t>$4,000–$6,000 higher</a:t>
                  </a:r>
                  <a:r>
                    <a:rPr lang="zh-CN" sz="1265">
                      <a:solidFill>
                        <a:schemeClr val="dk1"/>
                      </a:solidFill>
                    </a:rPr>
                    <a:t> than off-season months.</a:t>
                  </a:r>
                  <a:endParaRPr sz="1371">
                    <a:solidFill>
                      <a:schemeClr val="dk1"/>
                    </a:solidFill>
                  </a:endParaRPr>
                </a:p>
              </p:txBody>
            </p:sp>
          </p:grpSp>
        </p:grpSp>
        <p:grpSp>
          <p:nvGrpSpPr>
            <p:cNvPr id="287" name="Google Shape;287;p11"/>
            <p:cNvGrpSpPr/>
            <p:nvPr/>
          </p:nvGrpSpPr>
          <p:grpSpPr>
            <a:xfrm>
              <a:off x="6630295" y="4912903"/>
              <a:ext cx="5200526" cy="1901708"/>
              <a:chOff x="639852" y="3675782"/>
              <a:chExt cx="3332758" cy="1330756"/>
            </a:xfrm>
          </p:grpSpPr>
          <p:sp>
            <p:nvSpPr>
              <p:cNvPr id="288" name="Google Shape;288;p11"/>
              <p:cNvSpPr txBox="1"/>
              <p:nvPr/>
            </p:nvSpPr>
            <p:spPr>
              <a:xfrm>
                <a:off x="639852" y="3675782"/>
                <a:ext cx="542400" cy="626700"/>
              </a:xfrm>
              <a:prstGeom prst="rect">
                <a:avLst/>
              </a:prstGeom>
              <a:noFill/>
              <a:ln>
                <a:noFill/>
              </a:ln>
            </p:spPr>
            <p:txBody>
              <a:bodyPr spcFirstLastPara="1" wrap="square" lIns="113925" tIns="113925" rIns="113925" bIns="113925" anchor="b" anchorCtr="0">
                <a:spAutoFit/>
              </a:bodyPr>
              <a:lstStyle/>
              <a:p>
                <a:pPr marL="0" marR="0" lvl="0" indent="0" algn="l" rtl="0">
                  <a:spcBef>
                    <a:spcPts val="0"/>
                  </a:spcBef>
                  <a:spcAft>
                    <a:spcPts val="0"/>
                  </a:spcAft>
                  <a:buNone/>
                </a:pPr>
                <a:r>
                  <a:rPr lang="zh-CN" sz="4641" b="1">
                    <a:solidFill>
                      <a:schemeClr val="dk1"/>
                    </a:solidFill>
                    <a:latin typeface="Arial"/>
                    <a:ea typeface="Arial"/>
                    <a:cs typeface="Arial"/>
                    <a:sym typeface="Arial"/>
                  </a:rPr>
                  <a:t>03</a:t>
                </a:r>
                <a:endParaRPr sz="1476"/>
              </a:p>
            </p:txBody>
          </p:sp>
          <p:grpSp>
            <p:nvGrpSpPr>
              <p:cNvPr id="289" name="Google Shape;289;p11"/>
              <p:cNvGrpSpPr/>
              <p:nvPr/>
            </p:nvGrpSpPr>
            <p:grpSpPr>
              <a:xfrm>
                <a:off x="1182297" y="3731208"/>
                <a:ext cx="2790313" cy="1275330"/>
                <a:chOff x="792165" y="4186851"/>
                <a:chExt cx="2365200" cy="1275330"/>
              </a:xfrm>
            </p:grpSpPr>
            <p:sp>
              <p:nvSpPr>
                <p:cNvPr id="290" name="Google Shape;290;p11"/>
                <p:cNvSpPr/>
                <p:nvPr/>
              </p:nvSpPr>
              <p:spPr>
                <a:xfrm>
                  <a:off x="918764" y="4186851"/>
                  <a:ext cx="2006420" cy="324924"/>
                </a:xfrm>
                <a:prstGeom prst="rect">
                  <a:avLst/>
                </a:prstGeom>
                <a:solidFill>
                  <a:schemeClr val="dk2">
                    <a:alpha val="14901"/>
                  </a:schemeClr>
                </a:solidFill>
                <a:ln>
                  <a:noFill/>
                </a:ln>
              </p:spPr>
              <p:txBody>
                <a:bodyPr spcFirstLastPara="1" wrap="square" lIns="113925" tIns="113925" rIns="113925" bIns="113925" anchor="b" anchorCtr="0">
                  <a:normAutofit lnSpcReduction="10000"/>
                </a:bodyPr>
                <a:lstStyle/>
                <a:p>
                  <a:pPr marL="0" marR="0" lvl="0" indent="0" algn="l" rtl="0">
                    <a:lnSpc>
                      <a:spcPct val="100000"/>
                    </a:lnSpc>
                    <a:spcBef>
                      <a:spcPts val="0"/>
                    </a:spcBef>
                    <a:spcAft>
                      <a:spcPts val="0"/>
                    </a:spcAft>
                    <a:buNone/>
                  </a:pPr>
                  <a:r>
                    <a:rPr lang="zh-CN" sz="1898" b="1">
                      <a:solidFill>
                        <a:schemeClr val="dk1"/>
                      </a:solidFill>
                    </a:rPr>
                    <a:t>Post-2020 Acceleration</a:t>
                  </a:r>
                  <a:endParaRPr sz="1898"/>
                </a:p>
              </p:txBody>
            </p:sp>
            <p:sp>
              <p:nvSpPr>
                <p:cNvPr id="291" name="Google Shape;291;p11"/>
                <p:cNvSpPr/>
                <p:nvPr/>
              </p:nvSpPr>
              <p:spPr>
                <a:xfrm>
                  <a:off x="792165" y="4511781"/>
                  <a:ext cx="2365200" cy="950400"/>
                </a:xfrm>
                <a:prstGeom prst="rect">
                  <a:avLst/>
                </a:prstGeom>
                <a:noFill/>
                <a:ln>
                  <a:noFill/>
                </a:ln>
              </p:spPr>
              <p:txBody>
                <a:bodyPr spcFirstLastPara="1" wrap="square" lIns="113925" tIns="113925" rIns="113925" bIns="113925" anchor="t" anchorCtr="0">
                  <a:spAutoFit/>
                </a:bodyPr>
                <a:lstStyle/>
                <a:p>
                  <a:pPr marL="482319" lvl="0" indent="-327932" algn="l" rtl="0">
                    <a:lnSpc>
                      <a:spcPct val="115000"/>
                    </a:lnSpc>
                    <a:spcBef>
                      <a:spcPts val="0"/>
                    </a:spcBef>
                    <a:spcAft>
                      <a:spcPts val="0"/>
                    </a:spcAft>
                    <a:buClr>
                      <a:schemeClr val="dk1"/>
                    </a:buClr>
                    <a:buSzPts val="1367"/>
                    <a:buChar char="●"/>
                  </a:pPr>
                  <a:r>
                    <a:rPr lang="zh-CN" sz="1366">
                      <a:solidFill>
                        <a:schemeClr val="dk1"/>
                      </a:solidFill>
                    </a:rPr>
                    <a:t>After 2020, monthly averages rose sharply from around </a:t>
                  </a:r>
                  <a:r>
                    <a:rPr lang="zh-CN" sz="1366" b="1">
                      <a:solidFill>
                        <a:schemeClr val="dk1"/>
                      </a:solidFill>
                    </a:rPr>
                    <a:t>$6,000–$8,000</a:t>
                  </a:r>
                  <a:r>
                    <a:rPr lang="zh-CN" sz="1366">
                      <a:solidFill>
                        <a:schemeClr val="dk1"/>
                      </a:solidFill>
                    </a:rPr>
                    <a:t> to consistently above </a:t>
                  </a:r>
                  <a:r>
                    <a:rPr lang="zh-CN" sz="1366" b="1">
                      <a:solidFill>
                        <a:schemeClr val="dk1"/>
                      </a:solidFill>
                    </a:rPr>
                    <a:t>$12,000</a:t>
                  </a:r>
                  <a:r>
                    <a:rPr lang="zh-CN" sz="1366">
                      <a:solidFill>
                        <a:schemeClr val="dk1"/>
                      </a:solidFill>
                    </a:rPr>
                    <a:t>.</a:t>
                  </a:r>
                  <a:endParaRPr sz="1366">
                    <a:solidFill>
                      <a:schemeClr val="dk1"/>
                    </a:solidFill>
                  </a:endParaRPr>
                </a:p>
                <a:p>
                  <a:pPr marL="482319" lvl="0" indent="-327932" algn="l" rtl="0">
                    <a:lnSpc>
                      <a:spcPct val="115000"/>
                    </a:lnSpc>
                    <a:spcBef>
                      <a:spcPts val="0"/>
                    </a:spcBef>
                    <a:spcAft>
                      <a:spcPts val="0"/>
                    </a:spcAft>
                    <a:buClr>
                      <a:schemeClr val="dk1"/>
                    </a:buClr>
                    <a:buSzPts val="1367"/>
                    <a:buChar char="●"/>
                  </a:pPr>
                  <a:r>
                    <a:rPr lang="zh-CN" sz="1366">
                      <a:solidFill>
                        <a:schemeClr val="dk1"/>
                      </a:solidFill>
                    </a:rPr>
                    <a:t>This shift represents an increase of roughly </a:t>
                  </a:r>
                  <a:r>
                    <a:rPr lang="zh-CN" sz="1366" b="1">
                      <a:solidFill>
                        <a:schemeClr val="dk1"/>
                      </a:solidFill>
                    </a:rPr>
                    <a:t>$5,000 per month</a:t>
                  </a:r>
                  <a:r>
                    <a:rPr lang="zh-CN" sz="1366">
                      <a:solidFill>
                        <a:schemeClr val="dk1"/>
                      </a:solidFill>
                    </a:rPr>
                    <a:t> on average.</a:t>
                  </a:r>
                  <a:endParaRPr sz="1472">
                    <a:solidFill>
                      <a:schemeClr val="dk1"/>
                    </a:solidFill>
                  </a:endParaRPr>
                </a:p>
              </p:txBody>
            </p:sp>
          </p:grpSp>
        </p:grpSp>
      </p:grpSp>
      <p:sp>
        <p:nvSpPr>
          <p:cNvPr id="292" name="Google Shape;292;p11"/>
          <p:cNvSpPr txBox="1">
            <a:spLocks noGrp="1"/>
          </p:cNvSpPr>
          <p:nvPr>
            <p:ph type="title"/>
          </p:nvPr>
        </p:nvSpPr>
        <p:spPr>
          <a:xfrm>
            <a:off x="660399" y="0"/>
            <a:ext cx="10858500" cy="1028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dk1"/>
              </a:buClr>
              <a:buSzPts val="2800"/>
              <a:buFont typeface="Arial"/>
              <a:buNone/>
            </a:pPr>
            <a:r>
              <a:rPr lang="zh-CN"/>
              <a:t>How Have Liquor Sales in Iowa Evolved Over Time?</a:t>
            </a:r>
            <a:endParaRPr/>
          </a:p>
        </p:txBody>
      </p:sp>
      <p:pic>
        <p:nvPicPr>
          <p:cNvPr id="293" name="Google Shape;293;p11"/>
          <p:cNvPicPr preferRelativeResize="0"/>
          <p:nvPr/>
        </p:nvPicPr>
        <p:blipFill>
          <a:blip r:embed="rId3">
            <a:alphaModFix/>
          </a:blip>
          <a:stretch>
            <a:fillRect/>
          </a:stretch>
        </p:blipFill>
        <p:spPr>
          <a:xfrm>
            <a:off x="481775" y="2478125"/>
            <a:ext cx="6010223" cy="3271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g3ae53132835_1_96"/>
          <p:cNvSpPr/>
          <p:nvPr/>
        </p:nvSpPr>
        <p:spPr>
          <a:xfrm>
            <a:off x="7031375" y="4804550"/>
            <a:ext cx="4811400" cy="1507800"/>
          </a:xfrm>
          <a:prstGeom prst="roundRect">
            <a:avLst>
              <a:gd name="adj" fmla="val 7400"/>
            </a:avLst>
          </a:prstGeom>
          <a:solidFill>
            <a:schemeClr val="dk2">
              <a:alpha val="149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1">
              <a:solidFill>
                <a:schemeClr val="lt1"/>
              </a:solidFill>
              <a:latin typeface="Arial"/>
              <a:ea typeface="Arial"/>
              <a:cs typeface="Arial"/>
              <a:sym typeface="Arial"/>
            </a:endParaRPr>
          </a:p>
        </p:txBody>
      </p:sp>
      <p:sp>
        <p:nvSpPr>
          <p:cNvPr id="299" name="Google Shape;299;g3ae53132835_1_96"/>
          <p:cNvSpPr/>
          <p:nvPr/>
        </p:nvSpPr>
        <p:spPr>
          <a:xfrm>
            <a:off x="7031375" y="3162675"/>
            <a:ext cx="4811400" cy="1507800"/>
          </a:xfrm>
          <a:prstGeom prst="roundRect">
            <a:avLst>
              <a:gd name="adj" fmla="val 7400"/>
            </a:avLst>
          </a:prstGeom>
          <a:solidFill>
            <a:schemeClr val="accent1">
              <a:alpha val="149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1">
              <a:solidFill>
                <a:schemeClr val="lt1"/>
              </a:solidFill>
              <a:latin typeface="Arial"/>
              <a:ea typeface="Arial"/>
              <a:cs typeface="Arial"/>
              <a:sym typeface="Arial"/>
            </a:endParaRPr>
          </a:p>
        </p:txBody>
      </p:sp>
      <p:sp>
        <p:nvSpPr>
          <p:cNvPr id="300" name="Google Shape;300;g3ae53132835_1_96"/>
          <p:cNvSpPr/>
          <p:nvPr/>
        </p:nvSpPr>
        <p:spPr>
          <a:xfrm>
            <a:off x="7031375" y="1520800"/>
            <a:ext cx="4811400" cy="1507800"/>
          </a:xfrm>
          <a:prstGeom prst="roundRect">
            <a:avLst>
              <a:gd name="adj" fmla="val 7400"/>
            </a:avLst>
          </a:prstGeom>
          <a:solidFill>
            <a:schemeClr val="dk2">
              <a:alpha val="149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1">
              <a:solidFill>
                <a:schemeClr val="lt1"/>
              </a:solidFill>
              <a:latin typeface="Arial"/>
              <a:ea typeface="Arial"/>
              <a:cs typeface="Arial"/>
              <a:sym typeface="Arial"/>
            </a:endParaRPr>
          </a:p>
        </p:txBody>
      </p:sp>
      <p:sp>
        <p:nvSpPr>
          <p:cNvPr id="301" name="Google Shape;301;g3ae53132835_1_96"/>
          <p:cNvSpPr txBox="1">
            <a:spLocks noGrp="1"/>
          </p:cNvSpPr>
          <p:nvPr>
            <p:ph type="title"/>
          </p:nvPr>
        </p:nvSpPr>
        <p:spPr>
          <a:xfrm>
            <a:off x="660399" y="0"/>
            <a:ext cx="10858500" cy="1028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dk1"/>
              </a:buClr>
              <a:buSzPts val="2800"/>
              <a:buFont typeface="Arial"/>
              <a:buNone/>
            </a:pPr>
            <a:r>
              <a:rPr lang="zh-CN"/>
              <a:t>Which Stores and Liquor Categories Lead in Sales?</a:t>
            </a:r>
            <a:endParaRPr/>
          </a:p>
        </p:txBody>
      </p:sp>
      <p:pic>
        <p:nvPicPr>
          <p:cNvPr id="302" name="Google Shape;302;g3ae53132835_1_96"/>
          <p:cNvPicPr preferRelativeResize="0"/>
          <p:nvPr/>
        </p:nvPicPr>
        <p:blipFill>
          <a:blip r:embed="rId3">
            <a:alphaModFix/>
          </a:blip>
          <a:stretch>
            <a:fillRect/>
          </a:stretch>
        </p:blipFill>
        <p:spPr>
          <a:xfrm>
            <a:off x="499875" y="1520800"/>
            <a:ext cx="4680024" cy="2164926"/>
          </a:xfrm>
          <a:prstGeom prst="rect">
            <a:avLst/>
          </a:prstGeom>
          <a:noFill/>
          <a:ln>
            <a:noFill/>
          </a:ln>
        </p:spPr>
      </p:pic>
      <p:pic>
        <p:nvPicPr>
          <p:cNvPr id="303" name="Google Shape;303;g3ae53132835_1_96"/>
          <p:cNvPicPr preferRelativeResize="0"/>
          <p:nvPr/>
        </p:nvPicPr>
        <p:blipFill>
          <a:blip r:embed="rId4">
            <a:alphaModFix/>
          </a:blip>
          <a:stretch>
            <a:fillRect/>
          </a:stretch>
        </p:blipFill>
        <p:spPr>
          <a:xfrm>
            <a:off x="499887" y="4111677"/>
            <a:ext cx="4680024" cy="2154723"/>
          </a:xfrm>
          <a:prstGeom prst="rect">
            <a:avLst/>
          </a:prstGeom>
          <a:noFill/>
          <a:ln>
            <a:noFill/>
          </a:ln>
        </p:spPr>
      </p:pic>
      <p:sp>
        <p:nvSpPr>
          <p:cNvPr id="304" name="Google Shape;304;g3ae53132835_1_96"/>
          <p:cNvSpPr txBox="1"/>
          <p:nvPr/>
        </p:nvSpPr>
        <p:spPr>
          <a:xfrm>
            <a:off x="834688" y="3716463"/>
            <a:ext cx="4345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zh-CN" b="1"/>
              <a:t>Highest-Selling Liquor Categories</a:t>
            </a:r>
            <a:endParaRPr b="1"/>
          </a:p>
        </p:txBody>
      </p:sp>
      <p:sp>
        <p:nvSpPr>
          <p:cNvPr id="305" name="Google Shape;305;g3ae53132835_1_96"/>
          <p:cNvSpPr txBox="1"/>
          <p:nvPr/>
        </p:nvSpPr>
        <p:spPr>
          <a:xfrm>
            <a:off x="1339875" y="1147000"/>
            <a:ext cx="3000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zh-CN" b="1"/>
              <a:t>Highest Revenue Stores</a:t>
            </a:r>
            <a:endParaRPr b="1"/>
          </a:p>
        </p:txBody>
      </p:sp>
      <p:grpSp>
        <p:nvGrpSpPr>
          <p:cNvPr id="306" name="Google Shape;306;g3ae53132835_1_96"/>
          <p:cNvGrpSpPr/>
          <p:nvPr/>
        </p:nvGrpSpPr>
        <p:grpSpPr>
          <a:xfrm>
            <a:off x="5597769" y="1537179"/>
            <a:ext cx="6245007" cy="4687282"/>
            <a:chOff x="5597769" y="1435579"/>
            <a:chExt cx="6245007" cy="4687282"/>
          </a:xfrm>
        </p:grpSpPr>
        <p:sp>
          <p:nvSpPr>
            <p:cNvPr id="307" name="Google Shape;307;g3ae53132835_1_96"/>
            <p:cNvSpPr txBox="1"/>
            <p:nvPr/>
          </p:nvSpPr>
          <p:spPr>
            <a:xfrm>
              <a:off x="7187724" y="4913539"/>
              <a:ext cx="4524000" cy="2769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r>
                <a:rPr lang="zh-CN" sz="1350" b="1">
                  <a:solidFill>
                    <a:schemeClr val="dk1"/>
                  </a:solidFill>
                </a:rPr>
                <a:t>Vodkas, Schnapps &amp; Tequila as Second Tier</a:t>
              </a:r>
              <a:endParaRPr sz="1350" b="1">
                <a:solidFill>
                  <a:schemeClr val="dk1"/>
                </a:solidFill>
                <a:latin typeface="Arial"/>
                <a:ea typeface="Arial"/>
                <a:cs typeface="Arial"/>
                <a:sym typeface="Arial"/>
              </a:endParaRPr>
            </a:p>
          </p:txBody>
        </p:sp>
        <p:sp>
          <p:nvSpPr>
            <p:cNvPr id="308" name="Google Shape;308;g3ae53132835_1_96"/>
            <p:cNvSpPr txBox="1"/>
            <p:nvPr/>
          </p:nvSpPr>
          <p:spPr>
            <a:xfrm>
              <a:off x="7187387" y="3232286"/>
              <a:ext cx="4060800" cy="369300"/>
            </a:xfrm>
            <a:prstGeom prst="rect">
              <a:avLst/>
            </a:prstGeom>
            <a:noFill/>
            <a:ln>
              <a:noFill/>
            </a:ln>
          </p:spPr>
          <p:txBody>
            <a:bodyPr spcFirstLastPara="1" wrap="square" lIns="91425" tIns="45700" rIns="91425" bIns="45700" anchor="b" anchorCtr="0">
              <a:normAutofit fontScale="92500" lnSpcReduction="20000"/>
            </a:bodyPr>
            <a:lstStyle/>
            <a:p>
              <a:pPr marL="0" marR="0" lvl="0" indent="0" algn="l" rtl="0">
                <a:lnSpc>
                  <a:spcPct val="100000"/>
                </a:lnSpc>
                <a:spcBef>
                  <a:spcPts val="0"/>
                </a:spcBef>
                <a:spcAft>
                  <a:spcPts val="0"/>
                </a:spcAft>
                <a:buNone/>
              </a:pPr>
              <a:r>
                <a:rPr lang="zh-CN" sz="1600" b="1">
                  <a:solidFill>
                    <a:schemeClr val="dk1"/>
                  </a:solidFill>
                </a:rPr>
                <a:t>Whiskey Segments Dominate Category Sales</a:t>
              </a:r>
              <a:endParaRPr sz="1800" b="1">
                <a:solidFill>
                  <a:schemeClr val="dk1"/>
                </a:solidFill>
                <a:latin typeface="Arial"/>
                <a:ea typeface="Arial"/>
                <a:cs typeface="Arial"/>
                <a:sym typeface="Arial"/>
              </a:endParaRPr>
            </a:p>
          </p:txBody>
        </p:sp>
        <p:sp>
          <p:nvSpPr>
            <p:cNvPr id="309" name="Google Shape;309;g3ae53132835_1_96"/>
            <p:cNvSpPr txBox="1"/>
            <p:nvPr/>
          </p:nvSpPr>
          <p:spPr>
            <a:xfrm>
              <a:off x="7183112" y="1435579"/>
              <a:ext cx="4060800" cy="369300"/>
            </a:xfrm>
            <a:prstGeom prst="rect">
              <a:avLst/>
            </a:prstGeom>
            <a:noFill/>
            <a:ln>
              <a:noFill/>
            </a:ln>
          </p:spPr>
          <p:txBody>
            <a:bodyPr spcFirstLastPara="1" wrap="square" lIns="91425" tIns="45700" rIns="91425" bIns="45700" anchor="b" anchorCtr="0">
              <a:normAutofit fontScale="77500" lnSpcReduction="20000"/>
            </a:bodyPr>
            <a:lstStyle/>
            <a:p>
              <a:pPr marL="0" marR="0" lvl="0" indent="0" algn="l" rtl="0">
                <a:lnSpc>
                  <a:spcPct val="100000"/>
                </a:lnSpc>
                <a:spcBef>
                  <a:spcPts val="0"/>
                </a:spcBef>
                <a:spcAft>
                  <a:spcPts val="0"/>
                </a:spcAft>
                <a:buNone/>
              </a:pPr>
              <a:r>
                <a:rPr lang="zh-CN" sz="1600" b="1">
                  <a:solidFill>
                    <a:schemeClr val="dk1"/>
                  </a:solidFill>
                </a:rPr>
                <a:t>Revenue Concentrated in Hy-Vee Urban Stores</a:t>
              </a:r>
              <a:endParaRPr sz="1800" b="1">
                <a:solidFill>
                  <a:schemeClr val="dk1"/>
                </a:solidFill>
                <a:latin typeface="Arial"/>
                <a:ea typeface="Arial"/>
                <a:cs typeface="Arial"/>
                <a:sym typeface="Arial"/>
              </a:endParaRPr>
            </a:p>
          </p:txBody>
        </p:sp>
        <p:grpSp>
          <p:nvGrpSpPr>
            <p:cNvPr id="310" name="Google Shape;310;g3ae53132835_1_96"/>
            <p:cNvGrpSpPr/>
            <p:nvPr/>
          </p:nvGrpSpPr>
          <p:grpSpPr>
            <a:xfrm>
              <a:off x="5597769" y="1738700"/>
              <a:ext cx="6245007" cy="4384161"/>
              <a:chOff x="5597769" y="1738700"/>
              <a:chExt cx="6245007" cy="4384161"/>
            </a:xfrm>
          </p:grpSpPr>
          <p:grpSp>
            <p:nvGrpSpPr>
              <p:cNvPr id="311" name="Google Shape;311;g3ae53132835_1_96"/>
              <p:cNvGrpSpPr/>
              <p:nvPr/>
            </p:nvGrpSpPr>
            <p:grpSpPr>
              <a:xfrm>
                <a:off x="5597769" y="4790861"/>
                <a:ext cx="6113607" cy="1332000"/>
                <a:chOff x="5597769" y="4815902"/>
                <a:chExt cx="6113607" cy="1332000"/>
              </a:xfrm>
            </p:grpSpPr>
            <p:sp>
              <p:nvSpPr>
                <p:cNvPr id="312" name="Google Shape;312;g3ae53132835_1_96"/>
                <p:cNvSpPr/>
                <p:nvPr/>
              </p:nvSpPr>
              <p:spPr>
                <a:xfrm>
                  <a:off x="5597769" y="4815902"/>
                  <a:ext cx="1332600" cy="13320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sz="3200" b="1">
                      <a:solidFill>
                        <a:schemeClr val="lt1"/>
                      </a:solidFill>
                      <a:latin typeface="Arial"/>
                      <a:ea typeface="Arial"/>
                      <a:cs typeface="Arial"/>
                      <a:sym typeface="Arial"/>
                    </a:rPr>
                    <a:t>3</a:t>
                  </a:r>
                  <a:endParaRPr sz="3200" b="1">
                    <a:solidFill>
                      <a:schemeClr val="lt1"/>
                    </a:solidFill>
                    <a:latin typeface="Arial"/>
                    <a:ea typeface="Arial"/>
                    <a:cs typeface="Arial"/>
                    <a:sym typeface="Arial"/>
                  </a:endParaRPr>
                </a:p>
              </p:txBody>
            </p:sp>
            <p:sp>
              <p:nvSpPr>
                <p:cNvPr id="313" name="Google Shape;313;g3ae53132835_1_96"/>
                <p:cNvSpPr txBox="1"/>
                <p:nvPr/>
              </p:nvSpPr>
              <p:spPr>
                <a:xfrm>
                  <a:off x="7031375" y="5215491"/>
                  <a:ext cx="4680000" cy="668100"/>
                </a:xfrm>
                <a:prstGeom prst="rect">
                  <a:avLst/>
                </a:prstGeom>
                <a:noFill/>
                <a:ln>
                  <a:noFill/>
                </a:ln>
              </p:spPr>
              <p:txBody>
                <a:bodyPr spcFirstLastPara="1" wrap="square" lIns="91425" tIns="45700" rIns="91425" bIns="45700" anchor="ctr" anchorCtr="0">
                  <a:spAutoFit/>
                </a:bodyPr>
                <a:lstStyle/>
                <a:p>
                  <a:pPr marL="457200" marR="0" lvl="0" indent="-298450" algn="l" rtl="0">
                    <a:lnSpc>
                      <a:spcPct val="120000"/>
                    </a:lnSpc>
                    <a:spcBef>
                      <a:spcPts val="0"/>
                    </a:spcBef>
                    <a:spcAft>
                      <a:spcPts val="0"/>
                    </a:spcAft>
                    <a:buClr>
                      <a:schemeClr val="dk1"/>
                    </a:buClr>
                    <a:buSzPts val="1100"/>
                    <a:buChar char="●"/>
                  </a:pPr>
                  <a:r>
                    <a:rPr lang="zh-CN" sz="1100">
                      <a:solidFill>
                        <a:schemeClr val="dk1"/>
                      </a:solidFill>
                    </a:rPr>
                    <a:t>American Vodkas, American Schnapps, and 100% Agave Tequila each generate around </a:t>
                  </a:r>
                  <a:r>
                    <a:rPr lang="zh-CN" sz="1100" b="1">
                      <a:solidFill>
                        <a:schemeClr val="dk1"/>
                      </a:solidFill>
                    </a:rPr>
                    <a:t>$50K–$60K</a:t>
                  </a:r>
                  <a:r>
                    <a:rPr lang="zh-CN" sz="1100">
                      <a:solidFill>
                        <a:schemeClr val="dk1"/>
                      </a:solidFill>
                    </a:rPr>
                    <a:t> in sales, showing good potential for targeted promotions.</a:t>
                  </a:r>
                  <a:endParaRPr/>
                </a:p>
              </p:txBody>
            </p:sp>
          </p:grpSp>
          <p:grpSp>
            <p:nvGrpSpPr>
              <p:cNvPr id="314" name="Google Shape;314;g3ae53132835_1_96"/>
              <p:cNvGrpSpPr/>
              <p:nvPr/>
            </p:nvGrpSpPr>
            <p:grpSpPr>
              <a:xfrm>
                <a:off x="5598087" y="3236874"/>
                <a:ext cx="6113289" cy="1332000"/>
                <a:chOff x="5598087" y="3355320"/>
                <a:chExt cx="6113289" cy="1332000"/>
              </a:xfrm>
            </p:grpSpPr>
            <p:sp>
              <p:nvSpPr>
                <p:cNvPr id="315" name="Google Shape;315;g3ae53132835_1_96"/>
                <p:cNvSpPr/>
                <p:nvPr/>
              </p:nvSpPr>
              <p:spPr>
                <a:xfrm>
                  <a:off x="5598087" y="3355320"/>
                  <a:ext cx="1332000" cy="1332000"/>
                </a:xfrm>
                <a:prstGeom prst="ellipse">
                  <a:avLst/>
                </a:prstGeom>
                <a:solidFill>
                  <a:schemeClr val="dk2"/>
                </a:solidFill>
                <a:ln>
                  <a:noFill/>
                </a:ln>
              </p:spPr>
              <p:txBody>
                <a:bodyPr spcFirstLastPara="1" wrap="square" lIns="108000" tIns="108000" rIns="108000" bIns="108000" anchor="ctr" anchorCtr="0">
                  <a:noAutofit/>
                </a:bodyPr>
                <a:lstStyle/>
                <a:p>
                  <a:pPr marL="0" marR="0" lvl="0" indent="0" algn="ctr" rtl="0">
                    <a:spcBef>
                      <a:spcPts val="0"/>
                    </a:spcBef>
                    <a:spcAft>
                      <a:spcPts val="0"/>
                    </a:spcAft>
                    <a:buNone/>
                  </a:pPr>
                  <a:r>
                    <a:rPr lang="zh-CN" sz="3200" b="1">
                      <a:solidFill>
                        <a:schemeClr val="lt1"/>
                      </a:solidFill>
                      <a:latin typeface="Arial"/>
                      <a:ea typeface="Arial"/>
                      <a:cs typeface="Arial"/>
                      <a:sym typeface="Arial"/>
                    </a:rPr>
                    <a:t>2</a:t>
                  </a:r>
                  <a:endParaRPr sz="3200" b="1">
                    <a:solidFill>
                      <a:schemeClr val="lt1"/>
                    </a:solidFill>
                    <a:latin typeface="Arial"/>
                    <a:ea typeface="Arial"/>
                    <a:cs typeface="Arial"/>
                    <a:sym typeface="Arial"/>
                  </a:endParaRPr>
                </a:p>
              </p:txBody>
            </p:sp>
            <p:sp>
              <p:nvSpPr>
                <p:cNvPr id="316" name="Google Shape;316;g3ae53132835_1_96"/>
                <p:cNvSpPr txBox="1"/>
                <p:nvPr/>
              </p:nvSpPr>
              <p:spPr>
                <a:xfrm>
                  <a:off x="7031376" y="3698796"/>
                  <a:ext cx="4680000" cy="871200"/>
                </a:xfrm>
                <a:prstGeom prst="rect">
                  <a:avLst/>
                </a:prstGeom>
                <a:noFill/>
                <a:ln>
                  <a:noFill/>
                </a:ln>
              </p:spPr>
              <p:txBody>
                <a:bodyPr spcFirstLastPara="1" wrap="square" lIns="91425" tIns="45700" rIns="91425" bIns="45700" anchor="ctr" anchorCtr="0">
                  <a:spAutoFit/>
                </a:bodyPr>
                <a:lstStyle/>
                <a:p>
                  <a:pPr marL="457200" marR="0" lvl="0" indent="-298450" algn="l" rtl="0">
                    <a:lnSpc>
                      <a:spcPct val="120000"/>
                    </a:lnSpc>
                    <a:spcBef>
                      <a:spcPts val="0"/>
                    </a:spcBef>
                    <a:spcAft>
                      <a:spcPts val="0"/>
                    </a:spcAft>
                    <a:buClr>
                      <a:schemeClr val="dk1"/>
                    </a:buClr>
                    <a:buSzPts val="1100"/>
                    <a:buChar char="●"/>
                  </a:pPr>
                  <a:r>
                    <a:rPr lang="zh-CN" sz="1100" b="1">
                      <a:solidFill>
                        <a:schemeClr val="dk1"/>
                      </a:solidFill>
                    </a:rPr>
                    <a:t>Whiskey Liqueur</a:t>
                  </a:r>
                  <a:r>
                    <a:rPr lang="zh-CN" sz="1100">
                      <a:solidFill>
                        <a:schemeClr val="dk1"/>
                      </a:solidFill>
                    </a:rPr>
                    <a:t> leads with roughly </a:t>
                  </a:r>
                  <a:r>
                    <a:rPr lang="zh-CN" sz="1100" b="1">
                      <a:solidFill>
                        <a:schemeClr val="dk1"/>
                      </a:solidFill>
                    </a:rPr>
                    <a:t>$125K</a:t>
                  </a:r>
                  <a:r>
                    <a:rPr lang="zh-CN" sz="1100">
                      <a:solidFill>
                        <a:schemeClr val="dk1"/>
                      </a:solidFill>
                    </a:rPr>
                    <a:t> in sales, followed by Canadian and Straight Bourbon whiskies at about </a:t>
                  </a:r>
                  <a:r>
                    <a:rPr lang="zh-CN" sz="1100" b="1">
                      <a:solidFill>
                        <a:schemeClr val="dk1"/>
                      </a:solidFill>
                    </a:rPr>
                    <a:t>$70K–$65K</a:t>
                  </a:r>
                  <a:r>
                    <a:rPr lang="zh-CN" sz="1100">
                      <a:solidFill>
                        <a:schemeClr val="dk1"/>
                      </a:solidFill>
                    </a:rPr>
                    <a:t>. </a:t>
                  </a:r>
                  <a:endParaRPr sz="1100">
                    <a:solidFill>
                      <a:schemeClr val="dk1"/>
                    </a:solidFill>
                  </a:endParaRPr>
                </a:p>
                <a:p>
                  <a:pPr marL="457200" marR="0" lvl="0" indent="-298450" algn="l" rtl="0">
                    <a:lnSpc>
                      <a:spcPct val="120000"/>
                    </a:lnSpc>
                    <a:spcBef>
                      <a:spcPts val="0"/>
                    </a:spcBef>
                    <a:spcAft>
                      <a:spcPts val="0"/>
                    </a:spcAft>
                    <a:buClr>
                      <a:schemeClr val="dk1"/>
                    </a:buClr>
                    <a:buSzPts val="1100"/>
                    <a:buChar char="●"/>
                  </a:pPr>
                  <a:r>
                    <a:rPr lang="zh-CN" sz="1100">
                      <a:solidFill>
                        <a:schemeClr val="dk1"/>
                      </a:solidFill>
                    </a:rPr>
                    <a:t>Whiskey-related categories account for </a:t>
                  </a:r>
                  <a:r>
                    <a:rPr lang="zh-CN" sz="1100" b="1">
                      <a:solidFill>
                        <a:schemeClr val="dk1"/>
                      </a:solidFill>
                    </a:rPr>
                    <a:t>well over half</a:t>
                  </a:r>
                  <a:r>
                    <a:rPr lang="zh-CN" sz="1100">
                      <a:solidFill>
                        <a:schemeClr val="dk1"/>
                      </a:solidFill>
                    </a:rPr>
                    <a:t> of sales among the top 10 categorie.</a:t>
                  </a:r>
                  <a:endParaRPr/>
                </a:p>
              </p:txBody>
            </p:sp>
          </p:grpSp>
          <p:sp>
            <p:nvSpPr>
              <p:cNvPr id="317" name="Google Shape;317;g3ae53132835_1_96"/>
              <p:cNvSpPr txBox="1"/>
              <p:nvPr/>
            </p:nvSpPr>
            <p:spPr>
              <a:xfrm>
                <a:off x="7031375" y="1738700"/>
                <a:ext cx="4811400" cy="1074300"/>
              </a:xfrm>
              <a:prstGeom prst="rect">
                <a:avLst/>
              </a:prstGeom>
              <a:noFill/>
              <a:ln>
                <a:noFill/>
              </a:ln>
            </p:spPr>
            <p:txBody>
              <a:bodyPr spcFirstLastPara="1" wrap="square" lIns="91425" tIns="45700" rIns="91425" bIns="45700" anchor="ctr" anchorCtr="0">
                <a:spAutoFit/>
              </a:bodyPr>
              <a:lstStyle/>
              <a:p>
                <a:pPr marL="457200" marR="0" lvl="0" indent="-298450" algn="l" rtl="0">
                  <a:lnSpc>
                    <a:spcPct val="120000"/>
                  </a:lnSpc>
                  <a:spcBef>
                    <a:spcPts val="0"/>
                  </a:spcBef>
                  <a:spcAft>
                    <a:spcPts val="0"/>
                  </a:spcAft>
                  <a:buClr>
                    <a:schemeClr val="dk1"/>
                  </a:buClr>
                  <a:buSzPts val="1100"/>
                  <a:buChar char="●"/>
                </a:pPr>
                <a:r>
                  <a:rPr lang="zh-CN" sz="1100">
                    <a:solidFill>
                      <a:schemeClr val="dk1"/>
                    </a:solidFill>
                  </a:rPr>
                  <a:t>Hy-Vee locations make up </a:t>
                </a:r>
                <a:r>
                  <a:rPr lang="zh-CN" sz="1100" b="1">
                    <a:solidFill>
                      <a:schemeClr val="dk1"/>
                    </a:solidFill>
                  </a:rPr>
                  <a:t>7 of the top 10 stores</a:t>
                </a:r>
                <a:r>
                  <a:rPr lang="zh-CN" sz="1100">
                    <a:solidFill>
                      <a:schemeClr val="dk1"/>
                    </a:solidFill>
                  </a:rPr>
                  <a:t>, with the Ankeny and Council Bluffs branches each generating around </a:t>
                </a:r>
                <a:r>
                  <a:rPr lang="zh-CN" sz="1100" b="1">
                    <a:solidFill>
                      <a:schemeClr val="dk1"/>
                    </a:solidFill>
                  </a:rPr>
                  <a:t>$4,500–$5,000</a:t>
                </a:r>
                <a:r>
                  <a:rPr lang="zh-CN" sz="1100">
                    <a:solidFill>
                      <a:schemeClr val="dk1"/>
                    </a:solidFill>
                  </a:rPr>
                  <a:t> in sales. </a:t>
                </a:r>
                <a:endParaRPr sz="1100">
                  <a:solidFill>
                    <a:schemeClr val="dk1"/>
                  </a:solidFill>
                </a:endParaRPr>
              </a:p>
              <a:p>
                <a:pPr marL="457200" marR="0" lvl="0" indent="-298450" algn="l" rtl="0">
                  <a:lnSpc>
                    <a:spcPct val="120000"/>
                  </a:lnSpc>
                  <a:spcBef>
                    <a:spcPts val="0"/>
                  </a:spcBef>
                  <a:spcAft>
                    <a:spcPts val="0"/>
                  </a:spcAft>
                  <a:buClr>
                    <a:schemeClr val="dk1"/>
                  </a:buClr>
                  <a:buSzPts val="1100"/>
                  <a:buChar char="●"/>
                </a:pPr>
                <a:r>
                  <a:rPr lang="zh-CN" sz="1100">
                    <a:solidFill>
                      <a:schemeClr val="dk1"/>
                    </a:solidFill>
                  </a:rPr>
                  <a:t>Top stores are clustered in larger cities such as Ankeny, Bettendorf, Cedar Rapids, Cedar Falls, Council Bluffs, and Des Moines.</a:t>
                </a:r>
                <a:endParaRPr/>
              </a:p>
            </p:txBody>
          </p:sp>
        </p:grpSp>
      </p:grpSp>
      <p:sp>
        <p:nvSpPr>
          <p:cNvPr id="318" name="Google Shape;318;g3ae53132835_1_96"/>
          <p:cNvSpPr/>
          <p:nvPr/>
        </p:nvSpPr>
        <p:spPr>
          <a:xfrm>
            <a:off x="5592556" y="1608711"/>
            <a:ext cx="1332600" cy="13320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sz="3200" b="1">
                <a:solidFill>
                  <a:schemeClr val="lt1"/>
                </a:solidFill>
              </a:rPr>
              <a:t>1</a:t>
            </a:r>
            <a:endParaRPr sz="3200" b="1">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g3ae53132835_1_121"/>
          <p:cNvSpPr txBox="1">
            <a:spLocks noGrp="1"/>
          </p:cNvSpPr>
          <p:nvPr>
            <p:ph type="title"/>
          </p:nvPr>
        </p:nvSpPr>
        <p:spPr>
          <a:xfrm>
            <a:off x="660399" y="0"/>
            <a:ext cx="10858500" cy="10287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zh-CN"/>
              <a:t>What Relationships Exist Among Key numeric features?</a:t>
            </a:r>
            <a:endParaRPr/>
          </a:p>
        </p:txBody>
      </p:sp>
      <p:pic>
        <p:nvPicPr>
          <p:cNvPr id="325" name="Google Shape;325;g3ae53132835_1_121"/>
          <p:cNvPicPr preferRelativeResize="0"/>
          <p:nvPr/>
        </p:nvPicPr>
        <p:blipFill rotWithShape="1">
          <a:blip r:embed="rId3">
            <a:alphaModFix/>
          </a:blip>
          <a:srcRect l="1229" t="3667" r="1229" b="1311"/>
          <a:stretch/>
        </p:blipFill>
        <p:spPr>
          <a:xfrm>
            <a:off x="724800" y="1637450"/>
            <a:ext cx="5086524" cy="4430726"/>
          </a:xfrm>
          <a:prstGeom prst="rect">
            <a:avLst/>
          </a:prstGeom>
          <a:noFill/>
          <a:ln>
            <a:noFill/>
          </a:ln>
        </p:spPr>
      </p:pic>
      <p:grpSp>
        <p:nvGrpSpPr>
          <p:cNvPr id="326" name="Google Shape;326;g3ae53132835_1_121"/>
          <p:cNvGrpSpPr/>
          <p:nvPr/>
        </p:nvGrpSpPr>
        <p:grpSpPr>
          <a:xfrm>
            <a:off x="6660174" y="1152553"/>
            <a:ext cx="5016209" cy="5400535"/>
            <a:chOff x="6630278" y="1514225"/>
            <a:chExt cx="4927998" cy="5400535"/>
          </a:xfrm>
        </p:grpSpPr>
        <p:grpSp>
          <p:nvGrpSpPr>
            <p:cNvPr id="327" name="Google Shape;327;g3ae53132835_1_121"/>
            <p:cNvGrpSpPr/>
            <p:nvPr/>
          </p:nvGrpSpPr>
          <p:grpSpPr>
            <a:xfrm>
              <a:off x="6630278" y="1514225"/>
              <a:ext cx="4927998" cy="1073934"/>
              <a:chOff x="639852" y="3675784"/>
              <a:chExt cx="3158163" cy="751528"/>
            </a:xfrm>
          </p:grpSpPr>
          <p:sp>
            <p:nvSpPr>
              <p:cNvPr id="328" name="Google Shape;328;g3ae53132835_1_121"/>
              <p:cNvSpPr txBox="1"/>
              <p:nvPr/>
            </p:nvSpPr>
            <p:spPr>
              <a:xfrm>
                <a:off x="639852" y="3675784"/>
                <a:ext cx="542400" cy="626700"/>
              </a:xfrm>
              <a:prstGeom prst="rect">
                <a:avLst/>
              </a:prstGeom>
              <a:noFill/>
              <a:ln>
                <a:noFill/>
              </a:ln>
            </p:spPr>
            <p:txBody>
              <a:bodyPr spcFirstLastPara="1" wrap="square" lIns="108000" tIns="108000" rIns="108000" bIns="108000" anchor="b" anchorCtr="0">
                <a:spAutoFit/>
              </a:bodyPr>
              <a:lstStyle/>
              <a:p>
                <a:pPr marL="0" marR="0" lvl="0" indent="0" algn="l" rtl="0">
                  <a:spcBef>
                    <a:spcPts val="0"/>
                  </a:spcBef>
                  <a:spcAft>
                    <a:spcPts val="0"/>
                  </a:spcAft>
                  <a:buNone/>
                </a:pPr>
                <a:r>
                  <a:rPr lang="zh-CN" sz="4400" b="1">
                    <a:solidFill>
                      <a:schemeClr val="dk1"/>
                    </a:solidFill>
                    <a:latin typeface="Arial"/>
                    <a:ea typeface="Arial"/>
                    <a:cs typeface="Arial"/>
                    <a:sym typeface="Arial"/>
                  </a:rPr>
                  <a:t>01</a:t>
                </a:r>
                <a:endParaRPr/>
              </a:p>
            </p:txBody>
          </p:sp>
          <p:grpSp>
            <p:nvGrpSpPr>
              <p:cNvPr id="329" name="Google Shape;329;g3ae53132835_1_121"/>
              <p:cNvGrpSpPr/>
              <p:nvPr/>
            </p:nvGrpSpPr>
            <p:grpSpPr>
              <a:xfrm>
                <a:off x="1182264" y="3731206"/>
                <a:ext cx="2615751" cy="696106"/>
                <a:chOff x="792162" y="4186849"/>
                <a:chExt cx="2217302" cy="696106"/>
              </a:xfrm>
            </p:grpSpPr>
            <p:sp>
              <p:nvSpPr>
                <p:cNvPr id="330" name="Google Shape;330;g3ae53132835_1_121"/>
                <p:cNvSpPr/>
                <p:nvPr/>
              </p:nvSpPr>
              <p:spPr>
                <a:xfrm>
                  <a:off x="918764" y="4186849"/>
                  <a:ext cx="2090700" cy="294300"/>
                </a:xfrm>
                <a:prstGeom prst="rect">
                  <a:avLst/>
                </a:prstGeom>
                <a:solidFill>
                  <a:schemeClr val="dk2">
                    <a:alpha val="14900"/>
                  </a:schemeClr>
                </a:solidFill>
                <a:ln>
                  <a:noFill/>
                </a:ln>
              </p:spPr>
              <p:txBody>
                <a:bodyPr spcFirstLastPara="1" wrap="square" lIns="108000" tIns="108000" rIns="108000" bIns="108000" anchor="b" anchorCtr="0">
                  <a:noAutofit/>
                </a:bodyPr>
                <a:lstStyle/>
                <a:p>
                  <a:pPr marL="0" marR="0" lvl="0" indent="0" algn="l" rtl="0">
                    <a:lnSpc>
                      <a:spcPct val="100000"/>
                    </a:lnSpc>
                    <a:spcBef>
                      <a:spcPts val="0"/>
                    </a:spcBef>
                    <a:spcAft>
                      <a:spcPts val="0"/>
                    </a:spcAft>
                    <a:buNone/>
                  </a:pPr>
                  <a:r>
                    <a:rPr lang="zh-CN" b="1"/>
                    <a:t>Price and Cost Move Together</a:t>
                  </a:r>
                  <a:endParaRPr b="1"/>
                </a:p>
              </p:txBody>
            </p:sp>
            <p:sp>
              <p:nvSpPr>
                <p:cNvPr id="331" name="Google Shape;331;g3ae53132835_1_121"/>
                <p:cNvSpPr/>
                <p:nvPr/>
              </p:nvSpPr>
              <p:spPr>
                <a:xfrm>
                  <a:off x="792162" y="4588655"/>
                  <a:ext cx="2006400" cy="294300"/>
                </a:xfrm>
                <a:prstGeom prst="rect">
                  <a:avLst/>
                </a:prstGeom>
                <a:noFill/>
                <a:ln>
                  <a:noFill/>
                </a:ln>
              </p:spPr>
              <p:txBody>
                <a:bodyPr spcFirstLastPara="1" wrap="square" lIns="108000" tIns="108000" rIns="108000" bIns="108000" anchor="t" anchorCtr="0">
                  <a:noAutofit/>
                </a:bodyPr>
                <a:lstStyle/>
                <a:p>
                  <a:pPr marL="457200" marR="0" lvl="0" indent="-298450" algn="l" rtl="0">
                    <a:lnSpc>
                      <a:spcPct val="120000"/>
                    </a:lnSpc>
                    <a:spcBef>
                      <a:spcPts val="0"/>
                    </a:spcBef>
                    <a:spcAft>
                      <a:spcPts val="0"/>
                    </a:spcAft>
                    <a:buClr>
                      <a:schemeClr val="dk1"/>
                    </a:buClr>
                    <a:buSzPts val="1100"/>
                    <a:buChar char="●"/>
                  </a:pPr>
                  <a:r>
                    <a:rPr lang="zh-CN" sz="1100">
                      <a:solidFill>
                        <a:schemeClr val="dk1"/>
                      </a:solidFill>
                    </a:rPr>
                    <a:t>A perfect correlation (</a:t>
                  </a:r>
                  <a:r>
                    <a:rPr lang="zh-CN" sz="1100" b="1">
                      <a:solidFill>
                        <a:schemeClr val="dk1"/>
                      </a:solidFill>
                    </a:rPr>
                    <a:t>1.00</a:t>
                  </a:r>
                  <a:r>
                    <a:rPr lang="zh-CN" sz="1100">
                      <a:solidFill>
                        <a:schemeClr val="dk1"/>
                      </a:solidFill>
                    </a:rPr>
                    <a:t>) between state cost and retail price indicates consistent mark-up with no price variation or discount strategies across stores.</a:t>
                  </a:r>
                  <a:endParaRPr sz="1100" b="1">
                    <a:solidFill>
                      <a:schemeClr val="dk1"/>
                    </a:solidFill>
                  </a:endParaRPr>
                </a:p>
              </p:txBody>
            </p:sp>
          </p:grpSp>
        </p:grpSp>
        <p:grpSp>
          <p:nvGrpSpPr>
            <p:cNvPr id="332" name="Google Shape;332;g3ae53132835_1_121"/>
            <p:cNvGrpSpPr/>
            <p:nvPr/>
          </p:nvGrpSpPr>
          <p:grpSpPr>
            <a:xfrm>
              <a:off x="6630278" y="3253521"/>
              <a:ext cx="4927998" cy="1084633"/>
              <a:chOff x="639852" y="3675784"/>
              <a:chExt cx="3158163" cy="759016"/>
            </a:xfrm>
          </p:grpSpPr>
          <p:sp>
            <p:nvSpPr>
              <p:cNvPr id="333" name="Google Shape;333;g3ae53132835_1_121"/>
              <p:cNvSpPr txBox="1"/>
              <p:nvPr/>
            </p:nvSpPr>
            <p:spPr>
              <a:xfrm>
                <a:off x="639852" y="3675784"/>
                <a:ext cx="542400" cy="626700"/>
              </a:xfrm>
              <a:prstGeom prst="rect">
                <a:avLst/>
              </a:prstGeom>
              <a:noFill/>
              <a:ln>
                <a:noFill/>
              </a:ln>
            </p:spPr>
            <p:txBody>
              <a:bodyPr spcFirstLastPara="1" wrap="square" lIns="108000" tIns="108000" rIns="108000" bIns="108000" anchor="b" anchorCtr="0">
                <a:spAutoFit/>
              </a:bodyPr>
              <a:lstStyle/>
              <a:p>
                <a:pPr marL="0" marR="0" lvl="0" indent="0" algn="l" rtl="0">
                  <a:spcBef>
                    <a:spcPts val="0"/>
                  </a:spcBef>
                  <a:spcAft>
                    <a:spcPts val="0"/>
                  </a:spcAft>
                  <a:buNone/>
                </a:pPr>
                <a:r>
                  <a:rPr lang="zh-CN" sz="4400" b="1">
                    <a:solidFill>
                      <a:schemeClr val="accent1"/>
                    </a:solidFill>
                    <a:latin typeface="Arial"/>
                    <a:ea typeface="Arial"/>
                    <a:cs typeface="Arial"/>
                    <a:sym typeface="Arial"/>
                  </a:rPr>
                  <a:t>02</a:t>
                </a:r>
                <a:endParaRPr/>
              </a:p>
            </p:txBody>
          </p:sp>
          <p:grpSp>
            <p:nvGrpSpPr>
              <p:cNvPr id="334" name="Google Shape;334;g3ae53132835_1_121"/>
              <p:cNvGrpSpPr/>
              <p:nvPr/>
            </p:nvGrpSpPr>
            <p:grpSpPr>
              <a:xfrm>
                <a:off x="1182260" y="3731208"/>
                <a:ext cx="2615755" cy="703591"/>
                <a:chOff x="792158" y="4186851"/>
                <a:chExt cx="2217306" cy="703591"/>
              </a:xfrm>
            </p:grpSpPr>
            <p:sp>
              <p:nvSpPr>
                <p:cNvPr id="335" name="Google Shape;335;g3ae53132835_1_121"/>
                <p:cNvSpPr/>
                <p:nvPr/>
              </p:nvSpPr>
              <p:spPr>
                <a:xfrm>
                  <a:off x="918764" y="4186851"/>
                  <a:ext cx="2090700" cy="324900"/>
                </a:xfrm>
                <a:prstGeom prst="rect">
                  <a:avLst/>
                </a:prstGeom>
                <a:solidFill>
                  <a:schemeClr val="accent1">
                    <a:alpha val="14900"/>
                  </a:schemeClr>
                </a:solidFill>
                <a:ln>
                  <a:noFill/>
                </a:ln>
              </p:spPr>
              <p:txBody>
                <a:bodyPr spcFirstLastPara="1" wrap="square" lIns="108000" tIns="108000" rIns="108000" bIns="108000" anchor="b" anchorCtr="0">
                  <a:noAutofit/>
                </a:bodyPr>
                <a:lstStyle/>
                <a:p>
                  <a:pPr marL="0" marR="0" lvl="0" indent="0" algn="l" rtl="0">
                    <a:lnSpc>
                      <a:spcPct val="100000"/>
                    </a:lnSpc>
                    <a:spcBef>
                      <a:spcPts val="0"/>
                    </a:spcBef>
                    <a:spcAft>
                      <a:spcPts val="0"/>
                    </a:spcAft>
                    <a:buNone/>
                  </a:pPr>
                  <a:r>
                    <a:rPr lang="zh-CN" b="1"/>
                    <a:t>Revenue Rises With Units Sold</a:t>
                  </a:r>
                  <a:endParaRPr b="1"/>
                </a:p>
              </p:txBody>
            </p:sp>
            <p:sp>
              <p:nvSpPr>
                <p:cNvPr id="336" name="Google Shape;336;g3ae53132835_1_121"/>
                <p:cNvSpPr/>
                <p:nvPr/>
              </p:nvSpPr>
              <p:spPr>
                <a:xfrm>
                  <a:off x="792158" y="4596143"/>
                  <a:ext cx="2133000" cy="294300"/>
                </a:xfrm>
                <a:prstGeom prst="rect">
                  <a:avLst/>
                </a:prstGeom>
                <a:noFill/>
                <a:ln>
                  <a:noFill/>
                </a:ln>
              </p:spPr>
              <p:txBody>
                <a:bodyPr spcFirstLastPara="1" wrap="square" lIns="108000" tIns="108000" rIns="108000" bIns="108000" anchor="t" anchorCtr="0">
                  <a:noAutofit/>
                </a:bodyPr>
                <a:lstStyle/>
                <a:p>
                  <a:pPr marL="457200" lvl="0" indent="-298450" algn="l" rtl="0">
                    <a:lnSpc>
                      <a:spcPct val="115000"/>
                    </a:lnSpc>
                    <a:spcBef>
                      <a:spcPts val="0"/>
                    </a:spcBef>
                    <a:spcAft>
                      <a:spcPts val="0"/>
                    </a:spcAft>
                    <a:buClr>
                      <a:schemeClr val="dk1"/>
                    </a:buClr>
                    <a:buSzPts val="1100"/>
                    <a:buChar char="●"/>
                  </a:pPr>
                  <a:r>
                    <a:rPr lang="zh-CN" sz="1100">
                      <a:solidFill>
                        <a:schemeClr val="dk1"/>
                      </a:solidFill>
                    </a:rPr>
                    <a:t>Sale dollars show a stronger correlation with price (</a:t>
                  </a:r>
                  <a:r>
                    <a:rPr lang="zh-CN" sz="1100" b="1">
                      <a:solidFill>
                        <a:schemeClr val="dk1"/>
                      </a:solidFill>
                    </a:rPr>
                    <a:t>0.57</a:t>
                  </a:r>
                  <a:r>
                    <a:rPr lang="zh-CN" sz="1100">
                      <a:solidFill>
                        <a:schemeClr val="dk1"/>
                      </a:solidFill>
                    </a:rPr>
                    <a:t>) than with bottles sold (</a:t>
                  </a:r>
                  <a:r>
                    <a:rPr lang="zh-CN" sz="1100" b="1">
                      <a:solidFill>
                        <a:schemeClr val="dk1"/>
                      </a:solidFill>
                    </a:rPr>
                    <a:t>0.54</a:t>
                  </a:r>
                  <a:r>
                    <a:rPr lang="zh-CN" sz="1100">
                      <a:solidFill>
                        <a:schemeClr val="dk1"/>
                      </a:solidFill>
                    </a:rPr>
                    <a:t>), meaning revenue increases more through higher-priced products than simply selling more units.</a:t>
                  </a:r>
                  <a:endParaRPr sz="1200">
                    <a:solidFill>
                      <a:schemeClr val="dk1"/>
                    </a:solidFill>
                  </a:endParaRPr>
                </a:p>
              </p:txBody>
            </p:sp>
          </p:grpSp>
        </p:grpSp>
        <p:grpSp>
          <p:nvGrpSpPr>
            <p:cNvPr id="337" name="Google Shape;337;g3ae53132835_1_121"/>
            <p:cNvGrpSpPr/>
            <p:nvPr/>
          </p:nvGrpSpPr>
          <p:grpSpPr>
            <a:xfrm>
              <a:off x="6630278" y="4912743"/>
              <a:ext cx="4927998" cy="2002018"/>
              <a:chOff x="639852" y="3675782"/>
              <a:chExt cx="3158163" cy="1400992"/>
            </a:xfrm>
          </p:grpSpPr>
          <p:sp>
            <p:nvSpPr>
              <p:cNvPr id="338" name="Google Shape;338;g3ae53132835_1_121"/>
              <p:cNvSpPr txBox="1"/>
              <p:nvPr/>
            </p:nvSpPr>
            <p:spPr>
              <a:xfrm>
                <a:off x="639852" y="3675782"/>
                <a:ext cx="542400" cy="626700"/>
              </a:xfrm>
              <a:prstGeom prst="rect">
                <a:avLst/>
              </a:prstGeom>
              <a:noFill/>
              <a:ln>
                <a:noFill/>
              </a:ln>
            </p:spPr>
            <p:txBody>
              <a:bodyPr spcFirstLastPara="1" wrap="square" lIns="108000" tIns="108000" rIns="108000" bIns="108000" anchor="b" anchorCtr="0">
                <a:spAutoFit/>
              </a:bodyPr>
              <a:lstStyle/>
              <a:p>
                <a:pPr marL="0" marR="0" lvl="0" indent="0" algn="l" rtl="0">
                  <a:spcBef>
                    <a:spcPts val="0"/>
                  </a:spcBef>
                  <a:spcAft>
                    <a:spcPts val="0"/>
                  </a:spcAft>
                  <a:buNone/>
                </a:pPr>
                <a:r>
                  <a:rPr lang="zh-CN" sz="4400" b="1">
                    <a:solidFill>
                      <a:schemeClr val="dk1"/>
                    </a:solidFill>
                    <a:latin typeface="Arial"/>
                    <a:ea typeface="Arial"/>
                    <a:cs typeface="Arial"/>
                    <a:sym typeface="Arial"/>
                  </a:rPr>
                  <a:t>03</a:t>
                </a:r>
                <a:endParaRPr/>
              </a:p>
            </p:txBody>
          </p:sp>
          <p:grpSp>
            <p:nvGrpSpPr>
              <p:cNvPr id="339" name="Google Shape;339;g3ae53132835_1_121"/>
              <p:cNvGrpSpPr/>
              <p:nvPr/>
            </p:nvGrpSpPr>
            <p:grpSpPr>
              <a:xfrm>
                <a:off x="1182259" y="3731209"/>
                <a:ext cx="2615756" cy="1345565"/>
                <a:chOff x="792158" y="4186852"/>
                <a:chExt cx="2217306" cy="1345565"/>
              </a:xfrm>
            </p:grpSpPr>
            <p:sp>
              <p:nvSpPr>
                <p:cNvPr id="340" name="Google Shape;340;g3ae53132835_1_121"/>
                <p:cNvSpPr/>
                <p:nvPr/>
              </p:nvSpPr>
              <p:spPr>
                <a:xfrm>
                  <a:off x="918764" y="4186852"/>
                  <a:ext cx="2090700" cy="324900"/>
                </a:xfrm>
                <a:prstGeom prst="rect">
                  <a:avLst/>
                </a:prstGeom>
                <a:solidFill>
                  <a:schemeClr val="dk2">
                    <a:alpha val="14900"/>
                  </a:schemeClr>
                </a:solidFill>
                <a:ln>
                  <a:noFill/>
                </a:ln>
              </p:spPr>
              <p:txBody>
                <a:bodyPr spcFirstLastPara="1" wrap="square" lIns="108000" tIns="108000" rIns="108000" bIns="108000" anchor="b" anchorCtr="0">
                  <a:noAutofit/>
                </a:bodyPr>
                <a:lstStyle/>
                <a:p>
                  <a:pPr marL="0" marR="0" lvl="0" indent="0" algn="l" rtl="0">
                    <a:lnSpc>
                      <a:spcPct val="100000"/>
                    </a:lnSpc>
                    <a:spcBef>
                      <a:spcPts val="0"/>
                    </a:spcBef>
                    <a:spcAft>
                      <a:spcPts val="0"/>
                    </a:spcAft>
                    <a:buNone/>
                  </a:pPr>
                  <a:r>
                    <a:rPr lang="zh-CN" b="1"/>
                    <a:t>Larger Bottles Reduce Purchase Frequency</a:t>
                  </a:r>
                  <a:endParaRPr b="1"/>
                </a:p>
              </p:txBody>
            </p:sp>
            <p:sp>
              <p:nvSpPr>
                <p:cNvPr id="341" name="Google Shape;341;g3ae53132835_1_121"/>
                <p:cNvSpPr/>
                <p:nvPr/>
              </p:nvSpPr>
              <p:spPr>
                <a:xfrm>
                  <a:off x="792158" y="4582017"/>
                  <a:ext cx="2006400" cy="950400"/>
                </a:xfrm>
                <a:prstGeom prst="rect">
                  <a:avLst/>
                </a:prstGeom>
                <a:noFill/>
                <a:ln>
                  <a:noFill/>
                </a:ln>
              </p:spPr>
              <p:txBody>
                <a:bodyPr spcFirstLastPara="1" wrap="square" lIns="108000" tIns="108000" rIns="108000" bIns="108000" anchor="t" anchorCtr="0">
                  <a:noAutofit/>
                </a:bodyPr>
                <a:lstStyle/>
                <a:p>
                  <a:pPr marL="457200" lvl="0" indent="-298450" algn="l" rtl="0">
                    <a:lnSpc>
                      <a:spcPct val="115000"/>
                    </a:lnSpc>
                    <a:spcBef>
                      <a:spcPts val="0"/>
                    </a:spcBef>
                    <a:spcAft>
                      <a:spcPts val="0"/>
                    </a:spcAft>
                    <a:buClr>
                      <a:schemeClr val="dk1"/>
                    </a:buClr>
                    <a:buSzPts val="1100"/>
                    <a:buChar char="●"/>
                  </a:pPr>
                  <a:r>
                    <a:rPr lang="zh-CN" sz="1100">
                      <a:solidFill>
                        <a:schemeClr val="dk1"/>
                      </a:solidFill>
                    </a:rPr>
                    <a:t>Bottle volume correlates negatively with bottles sold (</a:t>
                  </a:r>
                  <a:r>
                    <a:rPr lang="zh-CN" sz="1100" b="1">
                      <a:solidFill>
                        <a:schemeClr val="dk1"/>
                      </a:solidFill>
                    </a:rPr>
                    <a:t>–0.44</a:t>
                  </a:r>
                  <a:r>
                    <a:rPr lang="zh-CN" sz="1100">
                      <a:solidFill>
                        <a:schemeClr val="dk1"/>
                      </a:solidFill>
                    </a:rPr>
                    <a:t>) and weakly with revenue (</a:t>
                  </a:r>
                  <a:r>
                    <a:rPr lang="zh-CN" sz="1100" b="1">
                      <a:solidFill>
                        <a:schemeClr val="dk1"/>
                      </a:solidFill>
                    </a:rPr>
                    <a:t>–0.21</a:t>
                  </a:r>
                  <a:r>
                    <a:rPr lang="zh-CN" sz="1100">
                      <a:solidFill>
                        <a:schemeClr val="dk1"/>
                      </a:solidFill>
                    </a:rPr>
                    <a:t>), indicating smaller bottles sell more often.</a:t>
                  </a:r>
                  <a:endParaRPr sz="1200">
                    <a:solidFill>
                      <a:schemeClr val="dk1"/>
                    </a:solidFill>
                  </a:endParaRPr>
                </a:p>
              </p:txBody>
            </p:sp>
          </p:grpSp>
        </p:grpSp>
      </p:grpSp>
      <p:sp>
        <p:nvSpPr>
          <p:cNvPr id="342" name="Google Shape;342;g3ae53132835_1_121"/>
          <p:cNvSpPr txBox="1"/>
          <p:nvPr/>
        </p:nvSpPr>
        <p:spPr>
          <a:xfrm>
            <a:off x="1006125" y="1237250"/>
            <a:ext cx="46821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zh-CN" b="1"/>
              <a:t>Correlation Analysis of Key Variables</a:t>
            </a:r>
            <a:endParaRPr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g3ae53132835_1_177"/>
          <p:cNvSpPr txBox="1"/>
          <p:nvPr/>
        </p:nvSpPr>
        <p:spPr>
          <a:xfrm>
            <a:off x="4773200" y="3210675"/>
            <a:ext cx="6164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1"/>
              </a:solidFill>
            </a:endParaRPr>
          </a:p>
        </p:txBody>
      </p:sp>
      <p:sp>
        <p:nvSpPr>
          <p:cNvPr id="349" name="Google Shape;349;g3ae53132835_1_177"/>
          <p:cNvSpPr txBox="1"/>
          <p:nvPr/>
        </p:nvSpPr>
        <p:spPr>
          <a:xfrm>
            <a:off x="1123725" y="2748975"/>
            <a:ext cx="106917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zh-CN" sz="4800" b="1">
                <a:solidFill>
                  <a:schemeClr val="accent1"/>
                </a:solidFill>
              </a:rPr>
              <a:t>Methodology &amp; Modeling Setup</a:t>
            </a:r>
            <a:endParaRPr sz="4800" b="1">
              <a:solidFill>
                <a:schemeClr val="accen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g3ae53132835_1_65"/>
          <p:cNvSpPr/>
          <p:nvPr/>
        </p:nvSpPr>
        <p:spPr>
          <a:xfrm>
            <a:off x="660400" y="1797679"/>
            <a:ext cx="10984200" cy="4293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r>
              <a:rPr lang="zh-CN" sz="2000" b="1">
                <a:solidFill>
                  <a:schemeClr val="dk1"/>
                </a:solidFill>
              </a:rPr>
              <a:t>Model performance is evaluated using RMSE and MAE to measure prediction accuracy, and R² to determine how much of the variation in sales is explained.</a:t>
            </a:r>
            <a:endParaRPr sz="2000" b="1">
              <a:solidFill>
                <a:schemeClr val="accent1"/>
              </a:solidFill>
              <a:latin typeface="Arial"/>
              <a:ea typeface="Arial"/>
              <a:cs typeface="Arial"/>
              <a:sym typeface="Arial"/>
            </a:endParaRPr>
          </a:p>
        </p:txBody>
      </p:sp>
      <p:sp>
        <p:nvSpPr>
          <p:cNvPr id="355" name="Google Shape;355;g3ae53132835_1_65"/>
          <p:cNvSpPr txBox="1">
            <a:spLocks noGrp="1"/>
          </p:cNvSpPr>
          <p:nvPr>
            <p:ph type="title"/>
          </p:nvPr>
        </p:nvSpPr>
        <p:spPr>
          <a:xfrm>
            <a:off x="660399" y="0"/>
            <a:ext cx="10858500" cy="1028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dk1"/>
              </a:buClr>
              <a:buSzPts val="2800"/>
              <a:buFont typeface="Arial"/>
              <a:buNone/>
            </a:pPr>
            <a:r>
              <a:rPr lang="zh-CN"/>
              <a:t>Modeling Workflow and Setup</a:t>
            </a:r>
            <a:endParaRPr/>
          </a:p>
        </p:txBody>
      </p:sp>
      <p:grpSp>
        <p:nvGrpSpPr>
          <p:cNvPr id="356" name="Google Shape;356;g3ae53132835_1_65"/>
          <p:cNvGrpSpPr/>
          <p:nvPr/>
        </p:nvGrpSpPr>
        <p:grpSpPr>
          <a:xfrm>
            <a:off x="4080850" y="3406675"/>
            <a:ext cx="3876875" cy="2250600"/>
            <a:chOff x="557525" y="3406675"/>
            <a:chExt cx="3876875" cy="2250600"/>
          </a:xfrm>
        </p:grpSpPr>
        <p:sp>
          <p:nvSpPr>
            <p:cNvPr id="357" name="Google Shape;357;g3ae53132835_1_65"/>
            <p:cNvSpPr/>
            <p:nvPr/>
          </p:nvSpPr>
          <p:spPr>
            <a:xfrm>
              <a:off x="930400" y="3406675"/>
              <a:ext cx="3504000" cy="2250600"/>
            </a:xfrm>
            <a:prstGeom prst="roundRect">
              <a:avLst>
                <a:gd name="adj" fmla="val 7400"/>
              </a:avLst>
            </a:prstGeom>
            <a:solidFill>
              <a:schemeClr val="dk2">
                <a:alpha val="149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1">
                <a:solidFill>
                  <a:schemeClr val="lt1"/>
                </a:solidFill>
                <a:latin typeface="Arial"/>
                <a:ea typeface="Arial"/>
                <a:cs typeface="Arial"/>
                <a:sym typeface="Arial"/>
              </a:endParaRPr>
            </a:p>
          </p:txBody>
        </p:sp>
        <p:grpSp>
          <p:nvGrpSpPr>
            <p:cNvPr id="358" name="Google Shape;358;g3ae53132835_1_65"/>
            <p:cNvGrpSpPr/>
            <p:nvPr/>
          </p:nvGrpSpPr>
          <p:grpSpPr>
            <a:xfrm>
              <a:off x="930400" y="3502678"/>
              <a:ext cx="3504000" cy="1894347"/>
              <a:chOff x="6390305" y="943635"/>
              <a:chExt cx="3504000" cy="1894347"/>
            </a:xfrm>
          </p:grpSpPr>
          <p:sp>
            <p:nvSpPr>
              <p:cNvPr id="359" name="Google Shape;359;g3ae53132835_1_65"/>
              <p:cNvSpPr txBox="1"/>
              <p:nvPr/>
            </p:nvSpPr>
            <p:spPr>
              <a:xfrm>
                <a:off x="6867604" y="943635"/>
                <a:ext cx="2085900" cy="369300"/>
              </a:xfrm>
              <a:prstGeom prst="rect">
                <a:avLst/>
              </a:prstGeom>
              <a:noFill/>
              <a:ln>
                <a:noFill/>
              </a:ln>
            </p:spPr>
            <p:txBody>
              <a:bodyPr spcFirstLastPara="1" wrap="square" lIns="91425" tIns="45700" rIns="91425" bIns="45700" anchor="b" anchorCtr="0">
                <a:normAutofit fontScale="92500"/>
              </a:bodyPr>
              <a:lstStyle/>
              <a:p>
                <a:pPr marL="0" marR="0" lvl="0" indent="0" algn="l" rtl="0">
                  <a:lnSpc>
                    <a:spcPct val="100000"/>
                  </a:lnSpc>
                  <a:spcBef>
                    <a:spcPts val="0"/>
                  </a:spcBef>
                  <a:spcAft>
                    <a:spcPts val="0"/>
                  </a:spcAft>
                  <a:buNone/>
                </a:pPr>
                <a:r>
                  <a:rPr lang="zh-CN" sz="1600" b="1">
                    <a:solidFill>
                      <a:srgbClr val="181818"/>
                    </a:solidFill>
                  </a:rPr>
                  <a:t>Feature Engineering</a:t>
                </a:r>
                <a:endParaRPr/>
              </a:p>
            </p:txBody>
          </p:sp>
          <p:sp>
            <p:nvSpPr>
              <p:cNvPr id="360" name="Google Shape;360;g3ae53132835_1_65"/>
              <p:cNvSpPr txBox="1"/>
              <p:nvPr/>
            </p:nvSpPr>
            <p:spPr>
              <a:xfrm>
                <a:off x="6390305" y="1286382"/>
                <a:ext cx="3504000" cy="1551600"/>
              </a:xfrm>
              <a:prstGeom prst="rect">
                <a:avLst/>
              </a:prstGeom>
              <a:noFill/>
              <a:ln>
                <a:noFill/>
              </a:ln>
            </p:spPr>
            <p:txBody>
              <a:bodyPr spcFirstLastPara="1" wrap="square" lIns="91425" tIns="45700" rIns="91425" bIns="45700" anchor="t" anchorCtr="0">
                <a:spAutoFit/>
              </a:bodyPr>
              <a:lstStyle/>
              <a:p>
                <a:pPr marL="457200" lvl="0" indent="-228600" algn="l" rtl="0">
                  <a:lnSpc>
                    <a:spcPct val="115000"/>
                  </a:lnSpc>
                  <a:spcBef>
                    <a:spcPts val="0"/>
                  </a:spcBef>
                  <a:spcAft>
                    <a:spcPts val="0"/>
                  </a:spcAft>
                  <a:buNone/>
                </a:pPr>
                <a:r>
                  <a:rPr lang="zh-CN" sz="1200">
                    <a:solidFill>
                      <a:schemeClr val="dk1"/>
                    </a:solidFill>
                  </a:rPr>
                  <a:t>Target: Monthly store-level sales</a:t>
                </a:r>
                <a:endParaRPr sz="1200">
                  <a:solidFill>
                    <a:schemeClr val="dk1"/>
                  </a:solidFill>
                </a:endParaRPr>
              </a:p>
              <a:p>
                <a:pPr marL="457200" lvl="0" indent="-228600" algn="l" rtl="0">
                  <a:lnSpc>
                    <a:spcPct val="115000"/>
                  </a:lnSpc>
                  <a:spcBef>
                    <a:spcPts val="0"/>
                  </a:spcBef>
                  <a:spcAft>
                    <a:spcPts val="0"/>
                  </a:spcAft>
                  <a:buNone/>
                </a:pPr>
                <a:r>
                  <a:rPr lang="zh-CN" sz="1200">
                    <a:solidFill>
                      <a:schemeClr val="dk1"/>
                    </a:solidFill>
                  </a:rPr>
                  <a:t>Predictors developed:</a:t>
                </a:r>
                <a:endParaRPr sz="1200">
                  <a:solidFill>
                    <a:schemeClr val="dk1"/>
                  </a:solidFill>
                </a:endParaRPr>
              </a:p>
              <a:p>
                <a:pPr marL="457200" lvl="0" indent="-298450" algn="l" rtl="0">
                  <a:lnSpc>
                    <a:spcPct val="115000"/>
                  </a:lnSpc>
                  <a:spcBef>
                    <a:spcPts val="0"/>
                  </a:spcBef>
                  <a:spcAft>
                    <a:spcPts val="0"/>
                  </a:spcAft>
                  <a:buClr>
                    <a:schemeClr val="dk1"/>
                  </a:buClr>
                  <a:buSzPts val="1100"/>
                  <a:buChar char="●"/>
                </a:pPr>
                <a:r>
                  <a:rPr lang="zh-CN" sz="1200">
                    <a:solidFill>
                      <a:schemeClr val="dk1"/>
                    </a:solidFill>
                  </a:rPr>
                  <a:t>Lagged sales: 1-month and 3-month history</a:t>
                </a:r>
                <a:endParaRPr sz="1200">
                  <a:solidFill>
                    <a:schemeClr val="dk1"/>
                  </a:solidFill>
                </a:endParaRPr>
              </a:p>
              <a:p>
                <a:pPr marL="457200" lvl="0" indent="-298450" algn="l" rtl="0">
                  <a:lnSpc>
                    <a:spcPct val="115000"/>
                  </a:lnSpc>
                  <a:spcBef>
                    <a:spcPts val="0"/>
                  </a:spcBef>
                  <a:spcAft>
                    <a:spcPts val="0"/>
                  </a:spcAft>
                  <a:buClr>
                    <a:schemeClr val="dk1"/>
                  </a:buClr>
                  <a:buSzPts val="1100"/>
                  <a:buChar char="●"/>
                </a:pPr>
                <a:r>
                  <a:rPr lang="zh-CN" sz="1200">
                    <a:solidFill>
                      <a:schemeClr val="dk1"/>
                    </a:solidFill>
                  </a:rPr>
                  <a:t>Category share: percentage of revenue by category</a:t>
                </a:r>
                <a:endParaRPr sz="1200">
                  <a:solidFill>
                    <a:schemeClr val="dk1"/>
                  </a:solidFill>
                </a:endParaRPr>
              </a:p>
              <a:p>
                <a:pPr marL="457200" lvl="0" indent="-298450" algn="l" rtl="0">
                  <a:lnSpc>
                    <a:spcPct val="115000"/>
                  </a:lnSpc>
                  <a:spcBef>
                    <a:spcPts val="0"/>
                  </a:spcBef>
                  <a:spcAft>
                    <a:spcPts val="0"/>
                  </a:spcAft>
                  <a:buClr>
                    <a:schemeClr val="dk1"/>
                  </a:buClr>
                  <a:buSzPts val="1100"/>
                  <a:buChar char="●"/>
                </a:pPr>
                <a:r>
                  <a:rPr lang="zh-CN" sz="1200">
                    <a:solidFill>
                      <a:schemeClr val="dk1"/>
                    </a:solidFill>
                  </a:rPr>
                  <a:t>Average selling price at store level</a:t>
                </a:r>
                <a:endParaRPr sz="1200">
                  <a:solidFill>
                    <a:schemeClr val="dk1"/>
                  </a:solidFill>
                </a:endParaRPr>
              </a:p>
            </p:txBody>
          </p:sp>
        </p:grpSp>
        <p:sp>
          <p:nvSpPr>
            <p:cNvPr id="361" name="Google Shape;361;g3ae53132835_1_65"/>
            <p:cNvSpPr/>
            <p:nvPr/>
          </p:nvSpPr>
          <p:spPr>
            <a:xfrm>
              <a:off x="557525" y="4261968"/>
              <a:ext cx="540000" cy="540000"/>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2000" b="1">
                <a:solidFill>
                  <a:schemeClr val="lt1"/>
                </a:solidFill>
                <a:latin typeface="Arial"/>
                <a:ea typeface="Arial"/>
                <a:cs typeface="Arial"/>
                <a:sym typeface="Arial"/>
              </a:endParaRPr>
            </a:p>
          </p:txBody>
        </p:sp>
      </p:grpSp>
      <p:grpSp>
        <p:nvGrpSpPr>
          <p:cNvPr id="362" name="Google Shape;362;g3ae53132835_1_65"/>
          <p:cNvGrpSpPr/>
          <p:nvPr/>
        </p:nvGrpSpPr>
        <p:grpSpPr>
          <a:xfrm>
            <a:off x="8195825" y="3406675"/>
            <a:ext cx="3876875" cy="2250600"/>
            <a:chOff x="557525" y="3406675"/>
            <a:chExt cx="3876875" cy="2250600"/>
          </a:xfrm>
        </p:grpSpPr>
        <p:sp>
          <p:nvSpPr>
            <p:cNvPr id="363" name="Google Shape;363;g3ae53132835_1_65"/>
            <p:cNvSpPr/>
            <p:nvPr/>
          </p:nvSpPr>
          <p:spPr>
            <a:xfrm>
              <a:off x="930400" y="3406675"/>
              <a:ext cx="3504000" cy="2250600"/>
            </a:xfrm>
            <a:prstGeom prst="roundRect">
              <a:avLst>
                <a:gd name="adj" fmla="val 7400"/>
              </a:avLst>
            </a:prstGeom>
            <a:solidFill>
              <a:schemeClr val="dk2">
                <a:alpha val="149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1">
                <a:solidFill>
                  <a:schemeClr val="lt1"/>
                </a:solidFill>
                <a:latin typeface="Arial"/>
                <a:ea typeface="Arial"/>
                <a:cs typeface="Arial"/>
                <a:sym typeface="Arial"/>
              </a:endParaRPr>
            </a:p>
          </p:txBody>
        </p:sp>
        <p:grpSp>
          <p:nvGrpSpPr>
            <p:cNvPr id="364" name="Google Shape;364;g3ae53132835_1_65"/>
            <p:cNvGrpSpPr/>
            <p:nvPr/>
          </p:nvGrpSpPr>
          <p:grpSpPr>
            <a:xfrm>
              <a:off x="930400" y="3502678"/>
              <a:ext cx="3504000" cy="2102097"/>
              <a:chOff x="6390305" y="943635"/>
              <a:chExt cx="3504000" cy="2102097"/>
            </a:xfrm>
          </p:grpSpPr>
          <p:sp>
            <p:nvSpPr>
              <p:cNvPr id="365" name="Google Shape;365;g3ae53132835_1_65"/>
              <p:cNvSpPr txBox="1"/>
              <p:nvPr/>
            </p:nvSpPr>
            <p:spPr>
              <a:xfrm>
                <a:off x="6867604" y="943635"/>
                <a:ext cx="2085900" cy="369300"/>
              </a:xfrm>
              <a:prstGeom prst="rect">
                <a:avLst/>
              </a:prstGeom>
              <a:noFill/>
              <a:ln>
                <a:noFill/>
              </a:ln>
            </p:spPr>
            <p:txBody>
              <a:bodyPr spcFirstLastPara="1" wrap="square" lIns="91425" tIns="45700" rIns="91425" bIns="45700" anchor="b" anchorCtr="0">
                <a:normAutofit/>
              </a:bodyPr>
              <a:lstStyle/>
              <a:p>
                <a:pPr marL="0" marR="0" lvl="0" indent="0" algn="l" rtl="0">
                  <a:lnSpc>
                    <a:spcPct val="100000"/>
                  </a:lnSpc>
                  <a:spcBef>
                    <a:spcPts val="0"/>
                  </a:spcBef>
                  <a:spcAft>
                    <a:spcPts val="0"/>
                  </a:spcAft>
                  <a:buNone/>
                </a:pPr>
                <a:r>
                  <a:rPr lang="zh-CN" sz="1600" b="1">
                    <a:solidFill>
                      <a:srgbClr val="181818"/>
                    </a:solidFill>
                  </a:rPr>
                  <a:t>Modeling Approach</a:t>
                </a:r>
                <a:endParaRPr/>
              </a:p>
            </p:txBody>
          </p:sp>
          <p:sp>
            <p:nvSpPr>
              <p:cNvPr id="366" name="Google Shape;366;g3ae53132835_1_65"/>
              <p:cNvSpPr txBox="1"/>
              <p:nvPr/>
            </p:nvSpPr>
            <p:spPr>
              <a:xfrm>
                <a:off x="6390305" y="1281732"/>
                <a:ext cx="3504000" cy="1764000"/>
              </a:xfrm>
              <a:prstGeom prst="rect">
                <a:avLst/>
              </a:prstGeom>
              <a:noFill/>
              <a:ln>
                <a:noFill/>
              </a:ln>
            </p:spPr>
            <p:txBody>
              <a:bodyPr spcFirstLastPara="1" wrap="square" lIns="91425" tIns="45700" rIns="91425" bIns="45700" anchor="t" anchorCtr="0">
                <a:spAutoFit/>
              </a:bodyPr>
              <a:lstStyle/>
              <a:p>
                <a:pPr marL="457200" lvl="0" indent="-304800" algn="l" rtl="0">
                  <a:lnSpc>
                    <a:spcPct val="115000"/>
                  </a:lnSpc>
                  <a:spcBef>
                    <a:spcPts val="0"/>
                  </a:spcBef>
                  <a:spcAft>
                    <a:spcPts val="0"/>
                  </a:spcAft>
                  <a:buClr>
                    <a:schemeClr val="dk1"/>
                  </a:buClr>
                  <a:buSzPts val="1200"/>
                  <a:buChar char="●"/>
                </a:pPr>
                <a:r>
                  <a:rPr lang="zh-CN" sz="1200">
                    <a:solidFill>
                      <a:schemeClr val="dk1"/>
                    </a:solidFill>
                  </a:rPr>
                  <a:t>Models evaluated: Ridge Regression, Random Forest, XGBoost</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zh-CN" sz="1200">
                    <a:solidFill>
                      <a:schemeClr val="dk1"/>
                    </a:solidFill>
                  </a:rPr>
                  <a:t>Train-test strategy: time-based split (historical → future)</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zh-CN" sz="1200">
                    <a:solidFill>
                      <a:schemeClr val="dk1"/>
                    </a:solidFill>
                  </a:rPr>
                  <a:t>Model selection based on RMSE, MAE, and R²</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zh-CN" sz="1200">
                    <a:solidFill>
                      <a:schemeClr val="dk1"/>
                    </a:solidFill>
                  </a:rPr>
                  <a:t>Hyperparameter tuning applied using cross-validation</a:t>
                </a:r>
                <a:endParaRPr sz="1200">
                  <a:solidFill>
                    <a:schemeClr val="dk1"/>
                  </a:solidFill>
                </a:endParaRPr>
              </a:p>
            </p:txBody>
          </p:sp>
        </p:grpSp>
        <p:sp>
          <p:nvSpPr>
            <p:cNvPr id="367" name="Google Shape;367;g3ae53132835_1_65"/>
            <p:cNvSpPr/>
            <p:nvPr/>
          </p:nvSpPr>
          <p:spPr>
            <a:xfrm>
              <a:off x="557525" y="4261968"/>
              <a:ext cx="540000" cy="540000"/>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2000" b="1">
                <a:solidFill>
                  <a:schemeClr val="lt1"/>
                </a:solidFill>
                <a:latin typeface="Arial"/>
                <a:ea typeface="Arial"/>
                <a:cs typeface="Arial"/>
                <a:sym typeface="Arial"/>
              </a:endParaRPr>
            </a:p>
          </p:txBody>
        </p:sp>
      </p:grpSp>
      <p:grpSp>
        <p:nvGrpSpPr>
          <p:cNvPr id="368" name="Google Shape;368;g3ae53132835_1_65"/>
          <p:cNvGrpSpPr/>
          <p:nvPr/>
        </p:nvGrpSpPr>
        <p:grpSpPr>
          <a:xfrm>
            <a:off x="86625" y="3385075"/>
            <a:ext cx="3876875" cy="2472300"/>
            <a:chOff x="86625" y="3385075"/>
            <a:chExt cx="3876875" cy="2472300"/>
          </a:xfrm>
        </p:grpSpPr>
        <p:grpSp>
          <p:nvGrpSpPr>
            <p:cNvPr id="369" name="Google Shape;369;g3ae53132835_1_65"/>
            <p:cNvGrpSpPr/>
            <p:nvPr/>
          </p:nvGrpSpPr>
          <p:grpSpPr>
            <a:xfrm>
              <a:off x="86625" y="3385075"/>
              <a:ext cx="3876875" cy="2472300"/>
              <a:chOff x="557525" y="3406675"/>
              <a:chExt cx="3876875" cy="2472300"/>
            </a:xfrm>
          </p:grpSpPr>
          <p:sp>
            <p:nvSpPr>
              <p:cNvPr id="370" name="Google Shape;370;g3ae53132835_1_65"/>
              <p:cNvSpPr/>
              <p:nvPr/>
            </p:nvSpPr>
            <p:spPr>
              <a:xfrm>
                <a:off x="930400" y="3406675"/>
                <a:ext cx="3504000" cy="2250600"/>
              </a:xfrm>
              <a:prstGeom prst="roundRect">
                <a:avLst>
                  <a:gd name="adj" fmla="val 7400"/>
                </a:avLst>
              </a:prstGeom>
              <a:solidFill>
                <a:schemeClr val="dk2">
                  <a:alpha val="149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b="1">
                  <a:solidFill>
                    <a:schemeClr val="lt1"/>
                  </a:solidFill>
                  <a:latin typeface="Arial"/>
                  <a:ea typeface="Arial"/>
                  <a:cs typeface="Arial"/>
                  <a:sym typeface="Arial"/>
                </a:endParaRPr>
              </a:p>
            </p:txBody>
          </p:sp>
          <p:grpSp>
            <p:nvGrpSpPr>
              <p:cNvPr id="371" name="Google Shape;371;g3ae53132835_1_65"/>
              <p:cNvGrpSpPr/>
              <p:nvPr/>
            </p:nvGrpSpPr>
            <p:grpSpPr>
              <a:xfrm>
                <a:off x="930400" y="3502678"/>
                <a:ext cx="3504000" cy="2376297"/>
                <a:chOff x="6390305" y="943635"/>
                <a:chExt cx="3504000" cy="2376297"/>
              </a:xfrm>
            </p:grpSpPr>
            <p:sp>
              <p:nvSpPr>
                <p:cNvPr id="372" name="Google Shape;372;g3ae53132835_1_65"/>
                <p:cNvSpPr txBox="1"/>
                <p:nvPr/>
              </p:nvSpPr>
              <p:spPr>
                <a:xfrm>
                  <a:off x="6867604" y="943635"/>
                  <a:ext cx="2085900" cy="369300"/>
                </a:xfrm>
                <a:prstGeom prst="rect">
                  <a:avLst/>
                </a:prstGeom>
                <a:noFill/>
                <a:ln>
                  <a:noFill/>
                </a:ln>
              </p:spPr>
              <p:txBody>
                <a:bodyPr spcFirstLastPara="1" wrap="square" lIns="91425" tIns="45700" rIns="91425" bIns="45700" anchor="b" anchorCtr="0">
                  <a:normAutofit/>
                </a:bodyPr>
                <a:lstStyle/>
                <a:p>
                  <a:pPr marL="0" marR="0" lvl="0" indent="0" algn="l" rtl="0">
                    <a:lnSpc>
                      <a:spcPct val="100000"/>
                    </a:lnSpc>
                    <a:spcBef>
                      <a:spcPts val="0"/>
                    </a:spcBef>
                    <a:spcAft>
                      <a:spcPts val="0"/>
                    </a:spcAft>
                    <a:buNone/>
                  </a:pPr>
                  <a:r>
                    <a:rPr lang="zh-CN" sz="1600" b="1">
                      <a:solidFill>
                        <a:srgbClr val="181818"/>
                      </a:solidFill>
                    </a:rPr>
                    <a:t>Data Preparation</a:t>
                  </a:r>
                  <a:endParaRPr/>
                </a:p>
              </p:txBody>
            </p:sp>
            <p:sp>
              <p:nvSpPr>
                <p:cNvPr id="373" name="Google Shape;373;g3ae53132835_1_65"/>
                <p:cNvSpPr txBox="1"/>
                <p:nvPr/>
              </p:nvSpPr>
              <p:spPr>
                <a:xfrm>
                  <a:off x="6390305" y="1269732"/>
                  <a:ext cx="3504000" cy="2050200"/>
                </a:xfrm>
                <a:prstGeom prst="rect">
                  <a:avLst/>
                </a:prstGeom>
                <a:noFill/>
                <a:ln>
                  <a:noFill/>
                </a:ln>
              </p:spPr>
              <p:txBody>
                <a:bodyPr spcFirstLastPara="1" wrap="square" lIns="91425" tIns="45700" rIns="91425" bIns="45700" anchor="t" anchorCtr="0">
                  <a:spAutoFit/>
                </a:bodyPr>
                <a:lstStyle/>
                <a:p>
                  <a:pPr marL="457200" lvl="0" indent="-304800" algn="l" rtl="0">
                    <a:lnSpc>
                      <a:spcPct val="120000"/>
                    </a:lnSpc>
                    <a:spcBef>
                      <a:spcPts val="0"/>
                    </a:spcBef>
                    <a:spcAft>
                      <a:spcPts val="0"/>
                    </a:spcAft>
                    <a:buClr>
                      <a:schemeClr val="dk1"/>
                    </a:buClr>
                    <a:buSzPts val="1200"/>
                    <a:buChar char="●"/>
                  </a:pPr>
                  <a:r>
                    <a:rPr lang="zh-CN" sz="1200">
                      <a:solidFill>
                        <a:schemeClr val="dk1"/>
                      </a:solidFill>
                    </a:rPr>
                    <a:t>Aggregated transaction-level records into monthly store-level data</a:t>
                  </a:r>
                  <a:endParaRPr sz="1200">
                    <a:solidFill>
                      <a:schemeClr val="dk1"/>
                    </a:solidFill>
                  </a:endParaRPr>
                </a:p>
                <a:p>
                  <a:pPr marL="457200" lvl="0" indent="-304800" algn="l" rtl="0">
                    <a:lnSpc>
                      <a:spcPct val="120000"/>
                    </a:lnSpc>
                    <a:spcBef>
                      <a:spcPts val="0"/>
                    </a:spcBef>
                    <a:spcAft>
                      <a:spcPts val="0"/>
                    </a:spcAft>
                    <a:buClr>
                      <a:schemeClr val="dk1"/>
                    </a:buClr>
                    <a:buSzPts val="1200"/>
                    <a:buChar char="●"/>
                  </a:pPr>
                  <a:r>
                    <a:rPr lang="zh-CN" sz="1200">
                      <a:solidFill>
                        <a:schemeClr val="dk1"/>
                      </a:solidFill>
                    </a:rPr>
                    <a:t>Filtered key variables: store information, category, pricing, sales metrics</a:t>
                  </a:r>
                  <a:endParaRPr sz="1200">
                    <a:solidFill>
                      <a:schemeClr val="dk1"/>
                    </a:solidFill>
                  </a:endParaRPr>
                </a:p>
                <a:p>
                  <a:pPr marL="457200" lvl="0" indent="-304800" algn="l" rtl="0">
                    <a:lnSpc>
                      <a:spcPct val="120000"/>
                    </a:lnSpc>
                    <a:spcBef>
                      <a:spcPts val="0"/>
                    </a:spcBef>
                    <a:spcAft>
                      <a:spcPts val="0"/>
                    </a:spcAft>
                    <a:buClr>
                      <a:schemeClr val="dk1"/>
                    </a:buClr>
                    <a:buSzPts val="1200"/>
                    <a:buChar char="●"/>
                  </a:pPr>
                  <a:r>
                    <a:rPr lang="zh-CN" sz="1200">
                      <a:solidFill>
                        <a:schemeClr val="dk1"/>
                      </a:solidFill>
                    </a:rPr>
                    <a:t>Encoded categorical fields: store, county, category</a:t>
                  </a:r>
                  <a:endParaRPr sz="1200">
                    <a:solidFill>
                      <a:schemeClr val="dk1"/>
                    </a:solidFill>
                  </a:endParaRPr>
                </a:p>
                <a:p>
                  <a:pPr marL="457200" lvl="0" indent="-304800" algn="l" rtl="0">
                    <a:lnSpc>
                      <a:spcPct val="120000"/>
                    </a:lnSpc>
                    <a:spcBef>
                      <a:spcPts val="0"/>
                    </a:spcBef>
                    <a:spcAft>
                      <a:spcPts val="0"/>
                    </a:spcAft>
                    <a:buClr>
                      <a:schemeClr val="dk1"/>
                    </a:buClr>
                    <a:buSzPts val="1200"/>
                    <a:buChar char="●"/>
                  </a:pPr>
                  <a:r>
                    <a:rPr lang="zh-CN" sz="1200">
                      <a:solidFill>
                        <a:schemeClr val="dk1"/>
                      </a:solidFill>
                    </a:rPr>
                    <a:t>Created temporal features using lagged values and rolling averages</a:t>
                  </a:r>
                  <a:endParaRPr sz="1200">
                    <a:solidFill>
                      <a:schemeClr val="dk1"/>
                    </a:solidFill>
                  </a:endParaRPr>
                </a:p>
                <a:p>
                  <a:pPr marL="457200" lvl="0" indent="0" algn="l" rtl="0">
                    <a:lnSpc>
                      <a:spcPct val="120000"/>
                    </a:lnSpc>
                    <a:spcBef>
                      <a:spcPts val="0"/>
                    </a:spcBef>
                    <a:spcAft>
                      <a:spcPts val="0"/>
                    </a:spcAft>
                    <a:buNone/>
                  </a:pPr>
                  <a:endParaRPr sz="1200">
                    <a:solidFill>
                      <a:schemeClr val="dk1"/>
                    </a:solidFill>
                  </a:endParaRPr>
                </a:p>
              </p:txBody>
            </p:sp>
          </p:grpSp>
          <p:sp>
            <p:nvSpPr>
              <p:cNvPr id="374" name="Google Shape;374;g3ae53132835_1_65"/>
              <p:cNvSpPr/>
              <p:nvPr/>
            </p:nvSpPr>
            <p:spPr>
              <a:xfrm>
                <a:off x="557525" y="4261968"/>
                <a:ext cx="540000" cy="540000"/>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2000" b="1">
                  <a:solidFill>
                    <a:schemeClr val="lt1"/>
                  </a:solidFill>
                  <a:latin typeface="Arial"/>
                  <a:ea typeface="Arial"/>
                  <a:cs typeface="Arial"/>
                  <a:sym typeface="Arial"/>
                </a:endParaRPr>
              </a:p>
            </p:txBody>
          </p:sp>
        </p:grpSp>
        <p:pic>
          <p:nvPicPr>
            <p:cNvPr id="375" name="Google Shape;375;g3ae53132835_1_65"/>
            <p:cNvPicPr preferRelativeResize="0"/>
            <p:nvPr/>
          </p:nvPicPr>
          <p:blipFill>
            <a:blip r:embed="rId3">
              <a:alphaModFix/>
            </a:blip>
            <a:stretch>
              <a:fillRect/>
            </a:stretch>
          </p:blipFill>
          <p:spPr>
            <a:xfrm>
              <a:off x="147585" y="4303910"/>
              <a:ext cx="429300" cy="429300"/>
            </a:xfrm>
            <a:prstGeom prst="rect">
              <a:avLst/>
            </a:prstGeom>
            <a:noFill/>
            <a:ln>
              <a:noFill/>
            </a:ln>
          </p:spPr>
        </p:pic>
      </p:grpSp>
      <p:pic>
        <p:nvPicPr>
          <p:cNvPr id="376" name="Google Shape;376;g3ae53132835_1_65"/>
          <p:cNvPicPr preferRelativeResize="0"/>
          <p:nvPr/>
        </p:nvPicPr>
        <p:blipFill>
          <a:blip r:embed="rId4">
            <a:alphaModFix/>
          </a:blip>
          <a:stretch>
            <a:fillRect/>
          </a:stretch>
        </p:blipFill>
        <p:spPr>
          <a:xfrm>
            <a:off x="4134525" y="4303909"/>
            <a:ext cx="429300" cy="429300"/>
          </a:xfrm>
          <a:prstGeom prst="rect">
            <a:avLst/>
          </a:prstGeom>
          <a:noFill/>
          <a:ln>
            <a:noFill/>
          </a:ln>
        </p:spPr>
      </p:pic>
      <p:pic>
        <p:nvPicPr>
          <p:cNvPr id="377" name="Google Shape;377;g3ae53132835_1_65"/>
          <p:cNvPicPr preferRelativeResize="0"/>
          <p:nvPr/>
        </p:nvPicPr>
        <p:blipFill>
          <a:blip r:embed="rId5">
            <a:alphaModFix/>
          </a:blip>
          <a:stretch>
            <a:fillRect/>
          </a:stretch>
        </p:blipFill>
        <p:spPr>
          <a:xfrm>
            <a:off x="8249494" y="4303910"/>
            <a:ext cx="429300" cy="429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g3ae53132835_1_235"/>
          <p:cNvSpPr txBox="1">
            <a:spLocks noGrp="1"/>
          </p:cNvSpPr>
          <p:nvPr>
            <p:ph type="title"/>
          </p:nvPr>
        </p:nvSpPr>
        <p:spPr>
          <a:xfrm>
            <a:off x="660399" y="0"/>
            <a:ext cx="10858500" cy="1028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dk1"/>
              </a:buClr>
              <a:buSzPts val="2800"/>
              <a:buFont typeface="Arial"/>
              <a:buNone/>
            </a:pPr>
            <a:r>
              <a:rPr lang="zh-CN"/>
              <a:t>Which Model Produces the Most Accurate Forecasts?</a:t>
            </a:r>
            <a:endParaRPr/>
          </a:p>
        </p:txBody>
      </p:sp>
      <p:grpSp>
        <p:nvGrpSpPr>
          <p:cNvPr id="383" name="Google Shape;383;g3ae53132835_1_235"/>
          <p:cNvGrpSpPr/>
          <p:nvPr/>
        </p:nvGrpSpPr>
        <p:grpSpPr>
          <a:xfrm>
            <a:off x="1" y="0"/>
            <a:ext cx="12192000" cy="6858000"/>
            <a:chOff x="1" y="0"/>
            <a:chExt cx="12192000" cy="6858000"/>
          </a:xfrm>
        </p:grpSpPr>
        <p:sp>
          <p:nvSpPr>
            <p:cNvPr id="384" name="Google Shape;384;g3ae53132835_1_235"/>
            <p:cNvSpPr/>
            <p:nvPr/>
          </p:nvSpPr>
          <p:spPr>
            <a:xfrm>
              <a:off x="1" y="0"/>
              <a:ext cx="3868619" cy="3166858"/>
            </a:xfrm>
            <a:custGeom>
              <a:avLst/>
              <a:gdLst/>
              <a:ahLst/>
              <a:cxnLst/>
              <a:rect l="l" t="t" r="r" b="b"/>
              <a:pathLst>
                <a:path w="3868619" h="3166858" extrusionOk="0">
                  <a:moveTo>
                    <a:pt x="0" y="0"/>
                  </a:moveTo>
                  <a:lnTo>
                    <a:pt x="3376753" y="0"/>
                  </a:lnTo>
                  <a:lnTo>
                    <a:pt x="3765479" y="673388"/>
                  </a:lnTo>
                  <a:cubicBezTo>
                    <a:pt x="3902999" y="911705"/>
                    <a:pt x="3902999" y="1205238"/>
                    <a:pt x="3765479" y="1443555"/>
                  </a:cubicBezTo>
                  <a:lnTo>
                    <a:pt x="2992837" y="2781775"/>
                  </a:lnTo>
                  <a:cubicBezTo>
                    <a:pt x="2855316" y="3020091"/>
                    <a:pt x="2601112" y="3166858"/>
                    <a:pt x="2325941" y="3166858"/>
                  </a:cubicBezTo>
                  <a:lnTo>
                    <a:pt x="780658" y="3166858"/>
                  </a:lnTo>
                  <a:cubicBezTo>
                    <a:pt x="505618" y="3166858"/>
                    <a:pt x="251282" y="3020091"/>
                    <a:pt x="113761" y="2781775"/>
                  </a:cubicBezTo>
                  <a:lnTo>
                    <a:pt x="0" y="2584739"/>
                  </a:lnTo>
                  <a:close/>
                </a:path>
              </a:pathLst>
            </a:custGeom>
            <a:solidFill>
              <a:schemeClr val="accent1">
                <a:alpha val="471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dk1"/>
                </a:solidFill>
                <a:latin typeface="Arial"/>
                <a:ea typeface="Arial"/>
                <a:cs typeface="Arial"/>
                <a:sym typeface="Arial"/>
              </a:endParaRPr>
            </a:p>
          </p:txBody>
        </p:sp>
        <p:sp>
          <p:nvSpPr>
            <p:cNvPr id="385" name="Google Shape;385;g3ae53132835_1_235"/>
            <p:cNvSpPr/>
            <p:nvPr/>
          </p:nvSpPr>
          <p:spPr>
            <a:xfrm>
              <a:off x="9635128" y="5261525"/>
              <a:ext cx="2556873" cy="1596475"/>
            </a:xfrm>
            <a:custGeom>
              <a:avLst/>
              <a:gdLst/>
              <a:ahLst/>
              <a:cxnLst/>
              <a:rect l="l" t="t" r="r" b="b"/>
              <a:pathLst>
                <a:path w="2556873" h="1596475" extrusionOk="0">
                  <a:moveTo>
                    <a:pt x="1250109" y="0"/>
                  </a:moveTo>
                  <a:lnTo>
                    <a:pt x="2517639" y="0"/>
                  </a:lnTo>
                  <a:lnTo>
                    <a:pt x="2556873" y="2605"/>
                  </a:lnTo>
                  <a:lnTo>
                    <a:pt x="2556873" y="1596475"/>
                  </a:lnTo>
                  <a:lnTo>
                    <a:pt x="0" y="1596475"/>
                  </a:lnTo>
                  <a:lnTo>
                    <a:pt x="5756" y="1567243"/>
                  </a:lnTo>
                  <a:cubicBezTo>
                    <a:pt x="19857" y="1514127"/>
                    <a:pt x="41007" y="1462426"/>
                    <a:pt x="69208" y="1413555"/>
                  </a:cubicBezTo>
                  <a:lnTo>
                    <a:pt x="702973" y="315869"/>
                  </a:lnTo>
                  <a:cubicBezTo>
                    <a:pt x="815883" y="120387"/>
                    <a:pt x="1024397" y="0"/>
                    <a:pt x="1250109" y="0"/>
                  </a:cubicBezTo>
                  <a:close/>
                </a:path>
              </a:pathLst>
            </a:custGeom>
            <a:solidFill>
              <a:schemeClr val="accent1">
                <a:alpha val="149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dk1"/>
                </a:solidFill>
                <a:latin typeface="Arial"/>
                <a:ea typeface="Arial"/>
                <a:cs typeface="Arial"/>
                <a:sym typeface="Arial"/>
              </a:endParaRPr>
            </a:p>
          </p:txBody>
        </p:sp>
        <p:sp>
          <p:nvSpPr>
            <p:cNvPr id="386" name="Google Shape;386;g3ae53132835_1_235"/>
            <p:cNvSpPr/>
            <p:nvPr/>
          </p:nvSpPr>
          <p:spPr>
            <a:xfrm>
              <a:off x="10899794" y="3293569"/>
              <a:ext cx="1292206" cy="1794366"/>
            </a:xfrm>
            <a:custGeom>
              <a:avLst/>
              <a:gdLst/>
              <a:ahLst/>
              <a:cxnLst/>
              <a:rect l="l" t="t" r="r" b="b"/>
              <a:pathLst>
                <a:path w="1292206" h="1794366" extrusionOk="0">
                  <a:moveTo>
                    <a:pt x="656513" y="0"/>
                  </a:moveTo>
                  <a:lnTo>
                    <a:pt x="1292206" y="0"/>
                  </a:lnTo>
                  <a:lnTo>
                    <a:pt x="1292206" y="1794366"/>
                  </a:lnTo>
                  <a:lnTo>
                    <a:pt x="656458" y="1794366"/>
                  </a:lnTo>
                  <a:cubicBezTo>
                    <a:pt x="539419" y="1794366"/>
                    <a:pt x="431192" y="1731912"/>
                    <a:pt x="372673" y="1630501"/>
                  </a:cubicBezTo>
                  <a:lnTo>
                    <a:pt x="43890" y="1061047"/>
                  </a:lnTo>
                  <a:cubicBezTo>
                    <a:pt x="-14629" y="959636"/>
                    <a:pt x="-14629" y="834729"/>
                    <a:pt x="43890" y="733318"/>
                  </a:cubicBezTo>
                  <a:lnTo>
                    <a:pt x="372673" y="163865"/>
                  </a:lnTo>
                  <a:cubicBezTo>
                    <a:pt x="431248" y="62454"/>
                    <a:pt x="539419" y="0"/>
                    <a:pt x="656513" y="0"/>
                  </a:cubicBezTo>
                  <a:close/>
                </a:path>
              </a:pathLst>
            </a:custGeom>
            <a:solidFill>
              <a:schemeClr val="accent1">
                <a:alpha val="471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dk1"/>
                </a:solidFill>
                <a:latin typeface="Arial"/>
                <a:ea typeface="Arial"/>
                <a:cs typeface="Arial"/>
                <a:sym typeface="Arial"/>
              </a:endParaRPr>
            </a:p>
          </p:txBody>
        </p:sp>
      </p:grpSp>
      <p:graphicFrame>
        <p:nvGraphicFramePr>
          <p:cNvPr id="387" name="Google Shape;387;g3ae53132835_1_235"/>
          <p:cNvGraphicFramePr/>
          <p:nvPr/>
        </p:nvGraphicFramePr>
        <p:xfrm>
          <a:off x="966250" y="1841238"/>
          <a:ext cx="10729750" cy="1913000"/>
        </p:xfrm>
        <a:graphic>
          <a:graphicData uri="http://schemas.openxmlformats.org/drawingml/2006/table">
            <a:tbl>
              <a:tblPr>
                <a:noFill/>
                <a:tableStyleId>{82ED1757-F736-43CD-8C94-48DACBC9478F}</a:tableStyleId>
              </a:tblPr>
              <a:tblGrid>
                <a:gridCol w="2481900">
                  <a:extLst>
                    <a:ext uri="{9D8B030D-6E8A-4147-A177-3AD203B41FA5}">
                      <a16:colId xmlns:a16="http://schemas.microsoft.com/office/drawing/2014/main" val="20000"/>
                    </a:ext>
                  </a:extLst>
                </a:gridCol>
                <a:gridCol w="1810000">
                  <a:extLst>
                    <a:ext uri="{9D8B030D-6E8A-4147-A177-3AD203B41FA5}">
                      <a16:colId xmlns:a16="http://schemas.microsoft.com/office/drawing/2014/main" val="20001"/>
                    </a:ext>
                  </a:extLst>
                </a:gridCol>
                <a:gridCol w="2145950">
                  <a:extLst>
                    <a:ext uri="{9D8B030D-6E8A-4147-A177-3AD203B41FA5}">
                      <a16:colId xmlns:a16="http://schemas.microsoft.com/office/drawing/2014/main" val="20002"/>
                    </a:ext>
                  </a:extLst>
                </a:gridCol>
                <a:gridCol w="2145950">
                  <a:extLst>
                    <a:ext uri="{9D8B030D-6E8A-4147-A177-3AD203B41FA5}">
                      <a16:colId xmlns:a16="http://schemas.microsoft.com/office/drawing/2014/main" val="20003"/>
                    </a:ext>
                  </a:extLst>
                </a:gridCol>
                <a:gridCol w="2145950">
                  <a:extLst>
                    <a:ext uri="{9D8B030D-6E8A-4147-A177-3AD203B41FA5}">
                      <a16:colId xmlns:a16="http://schemas.microsoft.com/office/drawing/2014/main" val="20004"/>
                    </a:ext>
                  </a:extLst>
                </a:gridCol>
              </a:tblGrid>
              <a:tr h="478250">
                <a:tc>
                  <a:txBody>
                    <a:bodyPr/>
                    <a:lstStyle/>
                    <a:p>
                      <a:pPr marL="0" lvl="0" indent="0" algn="ctr" rtl="0">
                        <a:spcBef>
                          <a:spcPts val="0"/>
                        </a:spcBef>
                        <a:spcAft>
                          <a:spcPts val="0"/>
                        </a:spcAft>
                        <a:buNone/>
                      </a:pPr>
                      <a:r>
                        <a:rPr lang="zh-CN" sz="1800" b="1"/>
                        <a:t>Model</a:t>
                      </a:r>
                      <a:endParaRPr sz="1800" b="1"/>
                    </a:p>
                  </a:txBody>
                  <a:tcPr marL="91425" marR="91425" marT="91425" marB="91425"/>
                </a:tc>
                <a:tc>
                  <a:txBody>
                    <a:bodyPr/>
                    <a:lstStyle/>
                    <a:p>
                      <a:pPr marL="0" lvl="0" indent="0" algn="ctr" rtl="0">
                        <a:spcBef>
                          <a:spcPts val="0"/>
                        </a:spcBef>
                        <a:spcAft>
                          <a:spcPts val="0"/>
                        </a:spcAft>
                        <a:buNone/>
                      </a:pPr>
                      <a:r>
                        <a:rPr lang="zh-CN" sz="1800" b="1"/>
                        <a:t>RMSE</a:t>
                      </a:r>
                      <a:endParaRPr sz="1800" b="1"/>
                    </a:p>
                  </a:txBody>
                  <a:tcPr marL="91425" marR="91425" marT="91425" marB="91425"/>
                </a:tc>
                <a:tc>
                  <a:txBody>
                    <a:bodyPr/>
                    <a:lstStyle/>
                    <a:p>
                      <a:pPr marL="0" lvl="0" indent="0" algn="ctr" rtl="0">
                        <a:spcBef>
                          <a:spcPts val="0"/>
                        </a:spcBef>
                        <a:spcAft>
                          <a:spcPts val="0"/>
                        </a:spcAft>
                        <a:buNone/>
                      </a:pPr>
                      <a:r>
                        <a:rPr lang="zh-CN" sz="1800" b="1"/>
                        <a:t>MAE</a:t>
                      </a:r>
                      <a:endParaRPr sz="1800" b="1"/>
                    </a:p>
                  </a:txBody>
                  <a:tcPr marL="91425" marR="91425" marT="91425" marB="91425"/>
                </a:tc>
                <a:tc>
                  <a:txBody>
                    <a:bodyPr/>
                    <a:lstStyle/>
                    <a:p>
                      <a:pPr marL="0" lvl="0" indent="0" algn="ctr" rtl="0">
                        <a:spcBef>
                          <a:spcPts val="0"/>
                        </a:spcBef>
                        <a:spcAft>
                          <a:spcPts val="0"/>
                        </a:spcAft>
                        <a:buNone/>
                      </a:pPr>
                      <a:r>
                        <a:rPr lang="zh-CN" sz="1800" b="1"/>
                        <a:t>R²</a:t>
                      </a:r>
                      <a:endParaRPr sz="1800" b="1"/>
                    </a:p>
                  </a:txBody>
                  <a:tcPr marL="91425" marR="91425" marT="91425" marB="91425"/>
                </a:tc>
                <a:tc>
                  <a:txBody>
                    <a:bodyPr/>
                    <a:lstStyle/>
                    <a:p>
                      <a:pPr marL="0" lvl="0" indent="0" algn="ctr" rtl="0">
                        <a:spcBef>
                          <a:spcPts val="0"/>
                        </a:spcBef>
                        <a:spcAft>
                          <a:spcPts val="0"/>
                        </a:spcAft>
                        <a:buNone/>
                      </a:pPr>
                      <a:r>
                        <a:rPr lang="zh-CN" sz="1800" b="1"/>
                        <a:t>Performance</a:t>
                      </a:r>
                      <a:endParaRPr sz="1800" b="1"/>
                    </a:p>
                  </a:txBody>
                  <a:tcPr marL="91425" marR="91425" marT="91425" marB="91425"/>
                </a:tc>
                <a:extLst>
                  <a:ext uri="{0D108BD9-81ED-4DB2-BD59-A6C34878D82A}">
                    <a16:rowId xmlns:a16="http://schemas.microsoft.com/office/drawing/2014/main" val="10000"/>
                  </a:ext>
                </a:extLst>
              </a:tr>
              <a:tr h="478250">
                <a:tc>
                  <a:txBody>
                    <a:bodyPr/>
                    <a:lstStyle/>
                    <a:p>
                      <a:pPr marL="0" lvl="0" indent="0" algn="ctr" rtl="0">
                        <a:spcBef>
                          <a:spcPts val="1000"/>
                        </a:spcBef>
                        <a:spcAft>
                          <a:spcPts val="1000"/>
                        </a:spcAft>
                        <a:buNone/>
                      </a:pPr>
                      <a:r>
                        <a:rPr lang="zh-CN" sz="1800"/>
                        <a:t>Ridge Regression</a:t>
                      </a:r>
                      <a:endParaRPr sz="1800"/>
                    </a:p>
                  </a:txBody>
                  <a:tcPr marL="91425" marR="91425" marT="91425" marB="91425"/>
                </a:tc>
                <a:tc>
                  <a:txBody>
                    <a:bodyPr/>
                    <a:lstStyle/>
                    <a:p>
                      <a:pPr marL="0" lvl="0" indent="0" algn="l" rtl="0">
                        <a:spcBef>
                          <a:spcPts val="0"/>
                        </a:spcBef>
                        <a:spcAft>
                          <a:spcPts val="0"/>
                        </a:spcAft>
                        <a:buNone/>
                      </a:pPr>
                      <a:r>
                        <a:rPr lang="zh-CN"/>
                        <a:t>73.324040</a:t>
                      </a:r>
                      <a:endParaRPr/>
                    </a:p>
                  </a:txBody>
                  <a:tcPr marL="91425" marR="91425" marT="91425" marB="91425"/>
                </a:tc>
                <a:tc>
                  <a:txBody>
                    <a:bodyPr/>
                    <a:lstStyle/>
                    <a:p>
                      <a:pPr marL="0" lvl="0" indent="0" algn="l" rtl="0">
                        <a:spcBef>
                          <a:spcPts val="0"/>
                        </a:spcBef>
                        <a:spcAft>
                          <a:spcPts val="0"/>
                        </a:spcAft>
                        <a:buNone/>
                      </a:pPr>
                      <a:r>
                        <a:rPr lang="zh-CN"/>
                        <a:t>33.505739</a:t>
                      </a:r>
                      <a:endParaRPr/>
                    </a:p>
                  </a:txBody>
                  <a:tcPr marL="91425" marR="91425" marT="91425" marB="91425"/>
                </a:tc>
                <a:tc>
                  <a:txBody>
                    <a:bodyPr/>
                    <a:lstStyle/>
                    <a:p>
                      <a:pPr marL="0" lvl="0" indent="0" algn="l" rtl="0">
                        <a:spcBef>
                          <a:spcPts val="0"/>
                        </a:spcBef>
                        <a:spcAft>
                          <a:spcPts val="0"/>
                        </a:spcAft>
                        <a:buNone/>
                      </a:pPr>
                      <a:r>
                        <a:rPr lang="zh-CN"/>
                        <a:t>0.033935</a:t>
                      </a:r>
                      <a:endParaRPr/>
                    </a:p>
                  </a:txBody>
                  <a:tcPr marL="91425" marR="91425" marT="91425" marB="91425"/>
                </a:tc>
                <a:tc>
                  <a:txBody>
                    <a:bodyPr/>
                    <a:lstStyle/>
                    <a:p>
                      <a:pPr marL="0" lvl="0" indent="0" algn="l" rtl="0">
                        <a:spcBef>
                          <a:spcPts val="0"/>
                        </a:spcBef>
                        <a:spcAft>
                          <a:spcPts val="0"/>
                        </a:spcAft>
                        <a:buNone/>
                      </a:pPr>
                      <a:r>
                        <a:rPr lang="zh-CN"/>
                        <a:t>Lowest</a:t>
                      </a:r>
                      <a:endParaRPr/>
                    </a:p>
                  </a:txBody>
                  <a:tcPr marL="91425" marR="91425" marT="91425" marB="91425"/>
                </a:tc>
                <a:extLst>
                  <a:ext uri="{0D108BD9-81ED-4DB2-BD59-A6C34878D82A}">
                    <a16:rowId xmlns:a16="http://schemas.microsoft.com/office/drawing/2014/main" val="10001"/>
                  </a:ext>
                </a:extLst>
              </a:tr>
              <a:tr h="478250">
                <a:tc>
                  <a:txBody>
                    <a:bodyPr/>
                    <a:lstStyle/>
                    <a:p>
                      <a:pPr marL="0" lvl="0" indent="0" algn="ctr" rtl="0">
                        <a:spcBef>
                          <a:spcPts val="0"/>
                        </a:spcBef>
                        <a:spcAft>
                          <a:spcPts val="0"/>
                        </a:spcAft>
                        <a:buNone/>
                      </a:pPr>
                      <a:r>
                        <a:rPr lang="zh-CN" sz="1800"/>
                        <a:t>Lasso</a:t>
                      </a:r>
                      <a:endParaRPr sz="1800"/>
                    </a:p>
                  </a:txBody>
                  <a:tcPr marL="91425" marR="91425" marT="91425" marB="91425"/>
                </a:tc>
                <a:tc>
                  <a:txBody>
                    <a:bodyPr/>
                    <a:lstStyle/>
                    <a:p>
                      <a:pPr marL="0" lvl="0" indent="0" algn="l" rtl="0">
                        <a:spcBef>
                          <a:spcPts val="0"/>
                        </a:spcBef>
                        <a:spcAft>
                          <a:spcPts val="0"/>
                        </a:spcAft>
                        <a:buNone/>
                      </a:pPr>
                      <a:r>
                        <a:rPr lang="zh-CN"/>
                        <a:t>73.347614</a:t>
                      </a:r>
                      <a:endParaRPr/>
                    </a:p>
                  </a:txBody>
                  <a:tcPr marL="91425" marR="91425" marT="91425" marB="91425"/>
                </a:tc>
                <a:tc>
                  <a:txBody>
                    <a:bodyPr/>
                    <a:lstStyle/>
                    <a:p>
                      <a:pPr marL="0" lvl="0" indent="0" algn="l" rtl="0">
                        <a:spcBef>
                          <a:spcPts val="0"/>
                        </a:spcBef>
                        <a:spcAft>
                          <a:spcPts val="0"/>
                        </a:spcAft>
                        <a:buNone/>
                      </a:pPr>
                      <a:r>
                        <a:rPr lang="zh-CN"/>
                        <a:t>33.602128</a:t>
                      </a:r>
                      <a:endParaRPr/>
                    </a:p>
                  </a:txBody>
                  <a:tcPr marL="91425" marR="91425" marT="91425" marB="91425"/>
                </a:tc>
                <a:tc>
                  <a:txBody>
                    <a:bodyPr/>
                    <a:lstStyle/>
                    <a:p>
                      <a:pPr marL="0" lvl="0" indent="0" algn="l" rtl="0">
                        <a:spcBef>
                          <a:spcPts val="0"/>
                        </a:spcBef>
                        <a:spcAft>
                          <a:spcPts val="0"/>
                        </a:spcAft>
                        <a:buNone/>
                      </a:pPr>
                      <a:r>
                        <a:rPr lang="zh-CN"/>
                        <a:t>0.033314</a:t>
                      </a:r>
                      <a:endParaRPr/>
                    </a:p>
                  </a:txBody>
                  <a:tcPr marL="91425" marR="91425" marT="91425" marB="91425"/>
                </a:tc>
                <a:tc>
                  <a:txBody>
                    <a:bodyPr/>
                    <a:lstStyle/>
                    <a:p>
                      <a:pPr marL="0" lvl="0" indent="0" algn="l" rtl="0">
                        <a:spcBef>
                          <a:spcPts val="0"/>
                        </a:spcBef>
                        <a:spcAft>
                          <a:spcPts val="0"/>
                        </a:spcAft>
                        <a:buNone/>
                      </a:pPr>
                      <a:r>
                        <a:rPr lang="zh-CN"/>
                        <a:t>Mid-Range</a:t>
                      </a:r>
                      <a:endParaRPr/>
                    </a:p>
                  </a:txBody>
                  <a:tcPr marL="91425" marR="91425" marT="91425" marB="91425"/>
                </a:tc>
                <a:extLst>
                  <a:ext uri="{0D108BD9-81ED-4DB2-BD59-A6C34878D82A}">
                    <a16:rowId xmlns:a16="http://schemas.microsoft.com/office/drawing/2014/main" val="10002"/>
                  </a:ext>
                </a:extLst>
              </a:tr>
              <a:tr h="478250">
                <a:tc>
                  <a:txBody>
                    <a:bodyPr/>
                    <a:lstStyle/>
                    <a:p>
                      <a:pPr marL="0" lvl="0" indent="0" algn="ctr" rtl="0">
                        <a:spcBef>
                          <a:spcPts val="0"/>
                        </a:spcBef>
                        <a:spcAft>
                          <a:spcPts val="0"/>
                        </a:spcAft>
                        <a:buNone/>
                      </a:pPr>
                      <a:r>
                        <a:rPr lang="zh-CN" sz="1800"/>
                        <a:t>XGBoost</a:t>
                      </a:r>
                      <a:endParaRPr sz="1800"/>
                    </a:p>
                  </a:txBody>
                  <a:tcPr marL="91425" marR="91425" marT="91425" marB="91425"/>
                </a:tc>
                <a:tc>
                  <a:txBody>
                    <a:bodyPr/>
                    <a:lstStyle/>
                    <a:p>
                      <a:pPr marL="0" lvl="0" indent="0" algn="l" rtl="0">
                        <a:spcBef>
                          <a:spcPts val="0"/>
                        </a:spcBef>
                        <a:spcAft>
                          <a:spcPts val="0"/>
                        </a:spcAft>
                        <a:buNone/>
                      </a:pPr>
                      <a:r>
                        <a:rPr lang="zh-CN"/>
                        <a:t>73.016865</a:t>
                      </a:r>
                      <a:endParaRPr/>
                    </a:p>
                  </a:txBody>
                  <a:tcPr marL="91425" marR="91425" marT="91425" marB="91425"/>
                </a:tc>
                <a:tc>
                  <a:txBody>
                    <a:bodyPr/>
                    <a:lstStyle/>
                    <a:p>
                      <a:pPr marL="0" lvl="0" indent="0" algn="l" rtl="0">
                        <a:spcBef>
                          <a:spcPts val="0"/>
                        </a:spcBef>
                        <a:spcAft>
                          <a:spcPts val="0"/>
                        </a:spcAft>
                        <a:buNone/>
                      </a:pPr>
                      <a:r>
                        <a:rPr lang="zh-CN"/>
                        <a:t>32.797429</a:t>
                      </a:r>
                      <a:endParaRPr/>
                    </a:p>
                  </a:txBody>
                  <a:tcPr marL="91425" marR="91425" marT="91425" marB="91425"/>
                </a:tc>
                <a:tc>
                  <a:txBody>
                    <a:bodyPr/>
                    <a:lstStyle/>
                    <a:p>
                      <a:pPr marL="0" lvl="0" indent="0" algn="l" rtl="0">
                        <a:spcBef>
                          <a:spcPts val="0"/>
                        </a:spcBef>
                        <a:spcAft>
                          <a:spcPts val="0"/>
                        </a:spcAft>
                        <a:buNone/>
                      </a:pPr>
                      <a:r>
                        <a:rPr lang="zh-CN"/>
                        <a:t>0.042012</a:t>
                      </a:r>
                      <a:endParaRPr/>
                    </a:p>
                  </a:txBody>
                  <a:tcPr marL="91425" marR="91425" marT="91425" marB="91425"/>
                </a:tc>
                <a:tc>
                  <a:txBody>
                    <a:bodyPr/>
                    <a:lstStyle/>
                    <a:p>
                      <a:pPr marL="0" lvl="0" indent="0" algn="l" rtl="0">
                        <a:spcBef>
                          <a:spcPts val="0"/>
                        </a:spcBef>
                        <a:spcAft>
                          <a:spcPts val="0"/>
                        </a:spcAft>
                        <a:buNone/>
                      </a:pPr>
                      <a:r>
                        <a:rPr lang="zh-CN"/>
                        <a:t>Highest</a:t>
                      </a:r>
                      <a:endParaRPr/>
                    </a:p>
                  </a:txBody>
                  <a:tcPr marL="91425" marR="91425" marT="91425" marB="91425"/>
                </a:tc>
                <a:extLst>
                  <a:ext uri="{0D108BD9-81ED-4DB2-BD59-A6C34878D82A}">
                    <a16:rowId xmlns:a16="http://schemas.microsoft.com/office/drawing/2014/main" val="10003"/>
                  </a:ext>
                </a:extLst>
              </a:tr>
            </a:tbl>
          </a:graphicData>
        </a:graphic>
      </p:graphicFrame>
      <p:sp>
        <p:nvSpPr>
          <p:cNvPr id="388" name="Google Shape;388;g3ae53132835_1_235"/>
          <p:cNvSpPr txBox="1"/>
          <p:nvPr/>
        </p:nvSpPr>
        <p:spPr>
          <a:xfrm>
            <a:off x="1019925" y="4274925"/>
            <a:ext cx="9484500" cy="200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b="1"/>
              <a:t>Interpretation</a:t>
            </a:r>
            <a:endParaRPr b="1"/>
          </a:p>
          <a:p>
            <a:pPr marL="457200" lvl="0" indent="-317500" algn="l" rtl="0">
              <a:lnSpc>
                <a:spcPct val="115000"/>
              </a:lnSpc>
              <a:spcBef>
                <a:spcPts val="1200"/>
              </a:spcBef>
              <a:spcAft>
                <a:spcPts val="0"/>
              </a:spcAft>
              <a:buSzPts val="1400"/>
              <a:buChar char="●"/>
            </a:pPr>
            <a:r>
              <a:rPr lang="zh-CN"/>
              <a:t>XGBoost achieved the lowest RMSE and MAE and highest R², indicating it captures patterns in the data better than Ridge Regression and Lasso.</a:t>
            </a:r>
            <a:endParaRPr/>
          </a:p>
          <a:p>
            <a:pPr marL="457200" lvl="0" indent="-317500" algn="l" rtl="0">
              <a:lnSpc>
                <a:spcPct val="115000"/>
              </a:lnSpc>
              <a:spcBef>
                <a:spcPts val="0"/>
              </a:spcBef>
              <a:spcAft>
                <a:spcPts val="0"/>
              </a:spcAft>
              <a:buSzPts val="1400"/>
              <a:buChar char="●"/>
            </a:pPr>
            <a:r>
              <a:rPr lang="zh-CN"/>
              <a:t>Ridge Regression performed the weakest across all metrics, suggesting linear regularization alone is insufficient for modeling the underlying relationships.</a:t>
            </a:r>
            <a:endParaRPr/>
          </a:p>
          <a:p>
            <a:pPr marL="457200" lvl="0" indent="-317500" algn="l" rtl="0">
              <a:lnSpc>
                <a:spcPct val="115000"/>
              </a:lnSpc>
              <a:spcBef>
                <a:spcPts val="0"/>
              </a:spcBef>
              <a:spcAft>
                <a:spcPts val="0"/>
              </a:spcAft>
              <a:buSzPts val="1400"/>
              <a:buChar char="●"/>
            </a:pPr>
            <a:r>
              <a:rPr lang="zh-CN"/>
              <a:t>Lasso showed only marginal improvement over Ridge, implying that feature selection alone does not significantly enhance predictive performance for this dataset.</a:t>
            </a:r>
            <a:endParaRPr/>
          </a:p>
        </p:txBody>
      </p:sp>
      <p:sp>
        <p:nvSpPr>
          <p:cNvPr id="389" name="Google Shape;389;g3ae53132835_1_235"/>
          <p:cNvSpPr txBox="1"/>
          <p:nvPr/>
        </p:nvSpPr>
        <p:spPr>
          <a:xfrm>
            <a:off x="751275" y="241475"/>
            <a:ext cx="62703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g3af21e9e4f2_0_179"/>
          <p:cNvSpPr txBox="1">
            <a:spLocks noGrp="1"/>
          </p:cNvSpPr>
          <p:nvPr>
            <p:ph type="title"/>
          </p:nvPr>
        </p:nvSpPr>
        <p:spPr>
          <a:xfrm>
            <a:off x="660399" y="0"/>
            <a:ext cx="10858500" cy="10287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zh-CN"/>
              <a:t>Model Performance Comparison: XGBoost is the Optimal Predictor</a:t>
            </a:r>
            <a:endParaRPr/>
          </a:p>
        </p:txBody>
      </p:sp>
      <p:pic>
        <p:nvPicPr>
          <p:cNvPr id="396" name="Google Shape;396;g3af21e9e4f2_0_179"/>
          <p:cNvPicPr preferRelativeResize="0"/>
          <p:nvPr/>
        </p:nvPicPr>
        <p:blipFill rotWithShape="1">
          <a:blip r:embed="rId3">
            <a:alphaModFix/>
          </a:blip>
          <a:srcRect l="1215" t="1768"/>
          <a:stretch/>
        </p:blipFill>
        <p:spPr>
          <a:xfrm>
            <a:off x="5919800" y="1130300"/>
            <a:ext cx="5483749" cy="2814376"/>
          </a:xfrm>
          <a:prstGeom prst="rect">
            <a:avLst/>
          </a:prstGeom>
          <a:noFill/>
          <a:ln>
            <a:noFill/>
          </a:ln>
        </p:spPr>
      </p:pic>
      <p:pic>
        <p:nvPicPr>
          <p:cNvPr id="397" name="Google Shape;397;g3af21e9e4f2_0_179"/>
          <p:cNvPicPr preferRelativeResize="0"/>
          <p:nvPr/>
        </p:nvPicPr>
        <p:blipFill>
          <a:blip r:embed="rId4">
            <a:alphaModFix/>
          </a:blip>
          <a:stretch>
            <a:fillRect/>
          </a:stretch>
        </p:blipFill>
        <p:spPr>
          <a:xfrm>
            <a:off x="5715375" y="4046276"/>
            <a:ext cx="5803527" cy="2608524"/>
          </a:xfrm>
          <a:prstGeom prst="rect">
            <a:avLst/>
          </a:prstGeom>
          <a:noFill/>
          <a:ln>
            <a:noFill/>
          </a:ln>
        </p:spPr>
      </p:pic>
      <p:sp>
        <p:nvSpPr>
          <p:cNvPr id="398" name="Google Shape;398;g3af21e9e4f2_0_179"/>
          <p:cNvSpPr txBox="1"/>
          <p:nvPr/>
        </p:nvSpPr>
        <p:spPr>
          <a:xfrm>
            <a:off x="660400" y="1130300"/>
            <a:ext cx="4611900" cy="2574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b="1"/>
              <a:t>Error Distribution:</a:t>
            </a:r>
            <a:endParaRPr b="1"/>
          </a:p>
          <a:p>
            <a:pPr marL="0" lvl="0" indent="0" algn="l" rtl="0">
              <a:spcBef>
                <a:spcPts val="0"/>
              </a:spcBef>
              <a:spcAft>
                <a:spcPts val="0"/>
              </a:spcAft>
              <a:buNone/>
            </a:pPr>
            <a:endParaRPr/>
          </a:p>
          <a:p>
            <a:pPr marL="457200" lvl="0" indent="-298450" algn="l" rtl="0">
              <a:lnSpc>
                <a:spcPct val="115000"/>
              </a:lnSpc>
              <a:spcBef>
                <a:spcPts val="0"/>
              </a:spcBef>
              <a:spcAft>
                <a:spcPts val="0"/>
              </a:spcAft>
              <a:buClr>
                <a:schemeClr val="dk1"/>
              </a:buClr>
              <a:buSzPts val="1100"/>
              <a:buChar char="●"/>
            </a:pPr>
            <a:r>
              <a:rPr lang="zh-CN"/>
              <a:t>XGBoost’s curve is slightly shifted lower than Lasso, showing smaller errors overall.</a:t>
            </a:r>
            <a:endParaRPr/>
          </a:p>
          <a:p>
            <a:pPr marL="457200" lvl="0" indent="-298450" algn="l" rtl="0">
              <a:lnSpc>
                <a:spcPct val="115000"/>
              </a:lnSpc>
              <a:spcBef>
                <a:spcPts val="1000"/>
              </a:spcBef>
              <a:spcAft>
                <a:spcPts val="0"/>
              </a:spcAft>
              <a:buClr>
                <a:schemeClr val="dk1"/>
              </a:buClr>
              <a:buSzPts val="1100"/>
              <a:buChar char="●"/>
            </a:pPr>
            <a:r>
              <a:rPr lang="zh-CN"/>
              <a:t>The distributions overlap, but XGBoost has a tighter spread, indicating more consistent performance.</a:t>
            </a:r>
            <a:endParaRPr/>
          </a:p>
          <a:p>
            <a:pPr marL="457200" lvl="0" indent="-298450" algn="l" rtl="0">
              <a:lnSpc>
                <a:spcPct val="115000"/>
              </a:lnSpc>
              <a:spcBef>
                <a:spcPts val="1000"/>
              </a:spcBef>
              <a:spcAft>
                <a:spcPts val="1000"/>
              </a:spcAft>
              <a:buClr>
                <a:schemeClr val="dk1"/>
              </a:buClr>
              <a:buSzPts val="1100"/>
              <a:buChar char="●"/>
            </a:pPr>
            <a:r>
              <a:rPr lang="zh-CN"/>
              <a:t>This confirms that XGBoost produces fewer large prediction errors compared to the linear baseline.</a:t>
            </a:r>
            <a:endParaRPr/>
          </a:p>
        </p:txBody>
      </p:sp>
      <p:sp>
        <p:nvSpPr>
          <p:cNvPr id="399" name="Google Shape;399;g3af21e9e4f2_0_179"/>
          <p:cNvSpPr txBox="1"/>
          <p:nvPr/>
        </p:nvSpPr>
        <p:spPr>
          <a:xfrm>
            <a:off x="660400" y="4046275"/>
            <a:ext cx="4440300" cy="2380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b="1"/>
              <a:t>Actual vs. Predicted &amp; Residuals(XGBoost):</a:t>
            </a:r>
            <a:endParaRPr b="1"/>
          </a:p>
          <a:p>
            <a:pPr marL="0" lvl="0" indent="0" algn="l" rtl="0">
              <a:spcBef>
                <a:spcPts val="0"/>
              </a:spcBef>
              <a:spcAft>
                <a:spcPts val="0"/>
              </a:spcAft>
              <a:buNone/>
            </a:pPr>
            <a:endParaRPr b="1"/>
          </a:p>
          <a:p>
            <a:pPr marL="457200" lvl="0" indent="-317500" algn="l" rtl="0">
              <a:spcBef>
                <a:spcPts val="0"/>
              </a:spcBef>
              <a:spcAft>
                <a:spcPts val="0"/>
              </a:spcAft>
              <a:buSzPts val="1400"/>
              <a:buChar char="●"/>
            </a:pPr>
            <a:r>
              <a:rPr lang="zh-CN"/>
              <a:t>Most points align close to the diagonal line, showing strong agreement between predictions and actual sales.</a:t>
            </a:r>
            <a:endParaRPr/>
          </a:p>
          <a:p>
            <a:pPr marL="457200" lvl="0" indent="-317500" algn="l" rtl="0">
              <a:spcBef>
                <a:spcPts val="1000"/>
              </a:spcBef>
              <a:spcAft>
                <a:spcPts val="0"/>
              </a:spcAft>
              <a:buSzPts val="1400"/>
              <a:buChar char="●"/>
            </a:pPr>
            <a:r>
              <a:rPr lang="zh-CN"/>
              <a:t>Residuals cluster tightly around zero, indicating minimal systematic bias.</a:t>
            </a:r>
            <a:endParaRPr/>
          </a:p>
          <a:p>
            <a:pPr marL="457200" lvl="0" indent="-317500" algn="l" rtl="0">
              <a:spcBef>
                <a:spcPts val="1000"/>
              </a:spcBef>
              <a:spcAft>
                <a:spcPts val="1000"/>
              </a:spcAft>
              <a:buSzPts val="1400"/>
              <a:buChar char="●"/>
            </a:pPr>
            <a:r>
              <a:rPr lang="zh-CN"/>
              <a:t>Larger errors occur only for uncommon high-value cases, which are rare in the dataset.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g3af21e9e4f2_0_186"/>
          <p:cNvSpPr txBox="1">
            <a:spLocks noGrp="1"/>
          </p:cNvSpPr>
          <p:nvPr>
            <p:ph type="title"/>
          </p:nvPr>
        </p:nvSpPr>
        <p:spPr>
          <a:xfrm>
            <a:off x="660399" y="0"/>
            <a:ext cx="10858500" cy="10287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zh-CN"/>
              <a:t>What the Decision Tree Reveals?</a:t>
            </a:r>
            <a:endParaRPr/>
          </a:p>
        </p:txBody>
      </p:sp>
      <p:pic>
        <p:nvPicPr>
          <p:cNvPr id="406" name="Google Shape;406;g3af21e9e4f2_0_186"/>
          <p:cNvPicPr preferRelativeResize="0"/>
          <p:nvPr/>
        </p:nvPicPr>
        <p:blipFill>
          <a:blip r:embed="rId3">
            <a:alphaModFix/>
          </a:blip>
          <a:stretch>
            <a:fillRect/>
          </a:stretch>
        </p:blipFill>
        <p:spPr>
          <a:xfrm>
            <a:off x="660400" y="1625075"/>
            <a:ext cx="8536448" cy="3476275"/>
          </a:xfrm>
          <a:prstGeom prst="rect">
            <a:avLst/>
          </a:prstGeom>
          <a:noFill/>
          <a:ln>
            <a:noFill/>
          </a:ln>
        </p:spPr>
      </p:pic>
      <p:sp>
        <p:nvSpPr>
          <p:cNvPr id="407" name="Google Shape;407;g3af21e9e4f2_0_186"/>
          <p:cNvSpPr txBox="1"/>
          <p:nvPr/>
        </p:nvSpPr>
        <p:spPr>
          <a:xfrm>
            <a:off x="660400" y="5297525"/>
            <a:ext cx="10386000" cy="11436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0"/>
              </a:spcBef>
              <a:spcAft>
                <a:spcPts val="0"/>
              </a:spcAft>
              <a:buClr>
                <a:schemeClr val="dk1"/>
              </a:buClr>
              <a:buSzPts val="1400"/>
              <a:buChar char="●"/>
            </a:pPr>
            <a:r>
              <a:rPr lang="zh-CN">
                <a:solidFill>
                  <a:schemeClr val="dk1"/>
                </a:solidFill>
              </a:rPr>
              <a:t>The tree first separates stores based on recent sales levels, showing that past performance drives the largest shift in revenue outcomes.</a:t>
            </a:r>
            <a:endParaRPr>
              <a:solidFill>
                <a:schemeClr val="dk1"/>
              </a:solidFill>
            </a:endParaRPr>
          </a:p>
          <a:p>
            <a:pPr marL="457200" lvl="0" indent="-317500" algn="l" rtl="0">
              <a:lnSpc>
                <a:spcPct val="115000"/>
              </a:lnSpc>
              <a:spcBef>
                <a:spcPts val="0"/>
              </a:spcBef>
              <a:spcAft>
                <a:spcPts val="0"/>
              </a:spcAft>
              <a:buClr>
                <a:schemeClr val="dk1"/>
              </a:buClr>
              <a:buSzPts val="1400"/>
              <a:buChar char="●"/>
            </a:pPr>
            <a:r>
              <a:rPr lang="zh-CN">
                <a:solidFill>
                  <a:schemeClr val="dk1"/>
                </a:solidFill>
              </a:rPr>
              <a:t>Pricing differences help separate lower-revenue stores when recent sales are weak.</a:t>
            </a:r>
            <a:endParaRPr>
              <a:solidFill>
                <a:schemeClr val="dk1"/>
              </a:solidFill>
            </a:endParaRPr>
          </a:p>
          <a:p>
            <a:pPr marL="457200" lvl="0" indent="-317500" algn="l" rtl="0">
              <a:lnSpc>
                <a:spcPct val="115000"/>
              </a:lnSpc>
              <a:spcBef>
                <a:spcPts val="0"/>
              </a:spcBef>
              <a:spcAft>
                <a:spcPts val="0"/>
              </a:spcAft>
              <a:buClr>
                <a:schemeClr val="dk1"/>
              </a:buClr>
              <a:buSzPts val="1400"/>
              <a:buChar char="●"/>
            </a:pPr>
            <a:r>
              <a:rPr lang="zh-CN">
                <a:solidFill>
                  <a:schemeClr val="dk1"/>
                </a:solidFill>
              </a:rPr>
              <a:t>Geographic clusters explain why stores in similar regions show different revenue ranges.</a:t>
            </a:r>
            <a:endParaRPr>
              <a:solidFill>
                <a:schemeClr val="dk1"/>
              </a:solidFill>
            </a:endParaRPr>
          </a:p>
        </p:txBody>
      </p:sp>
      <p:sp>
        <p:nvSpPr>
          <p:cNvPr id="408" name="Google Shape;408;g3af21e9e4f2_0_186"/>
          <p:cNvSpPr txBox="1"/>
          <p:nvPr/>
        </p:nvSpPr>
        <p:spPr>
          <a:xfrm>
            <a:off x="660400" y="1224875"/>
            <a:ext cx="96198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zh-CN">
                <a:solidFill>
                  <a:schemeClr val="dk1"/>
                </a:solidFill>
              </a:rPr>
              <a:t>This visual highlights how momentum, pricing, and location interact to influence store-level forecasts.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g3af21e9e4f2_0_105"/>
          <p:cNvSpPr txBox="1"/>
          <p:nvPr/>
        </p:nvSpPr>
        <p:spPr>
          <a:xfrm>
            <a:off x="4773200" y="3210675"/>
            <a:ext cx="6164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1"/>
              </a:solidFill>
            </a:endParaRPr>
          </a:p>
        </p:txBody>
      </p:sp>
      <p:sp>
        <p:nvSpPr>
          <p:cNvPr id="415" name="Google Shape;415;g3af21e9e4f2_0_105"/>
          <p:cNvSpPr txBox="1"/>
          <p:nvPr/>
        </p:nvSpPr>
        <p:spPr>
          <a:xfrm>
            <a:off x="1123725" y="2748975"/>
            <a:ext cx="106917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zh-CN" sz="4800" b="1">
                <a:solidFill>
                  <a:schemeClr val="accent1"/>
                </a:solidFill>
              </a:rPr>
              <a:t>Key Insights &amp; Conclusion</a:t>
            </a:r>
            <a:endParaRPr sz="4800" b="1">
              <a:solidFill>
                <a:schemeClr val="accen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grpSp>
        <p:nvGrpSpPr>
          <p:cNvPr id="420" name="Google Shape;420;g3af21e9e4f2_0_111"/>
          <p:cNvGrpSpPr/>
          <p:nvPr/>
        </p:nvGrpSpPr>
        <p:grpSpPr>
          <a:xfrm>
            <a:off x="660406" y="3287750"/>
            <a:ext cx="3449130" cy="2605779"/>
            <a:chOff x="3439295" y="1387472"/>
            <a:chExt cx="2555100" cy="1600503"/>
          </a:xfrm>
        </p:grpSpPr>
        <p:sp>
          <p:nvSpPr>
            <p:cNvPr id="421" name="Google Shape;421;g3af21e9e4f2_0_111"/>
            <p:cNvSpPr/>
            <p:nvPr/>
          </p:nvSpPr>
          <p:spPr>
            <a:xfrm>
              <a:off x="3439295" y="1387475"/>
              <a:ext cx="2502000" cy="1600500"/>
            </a:xfrm>
            <a:prstGeom prst="roundRect">
              <a:avLst>
                <a:gd name="adj" fmla="val 10657"/>
              </a:avLst>
            </a:prstGeom>
            <a:solidFill>
              <a:schemeClr val="dk2">
                <a:alpha val="698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22" name="Google Shape;422;g3af21e9e4f2_0_111"/>
            <p:cNvSpPr/>
            <p:nvPr/>
          </p:nvSpPr>
          <p:spPr>
            <a:xfrm>
              <a:off x="3659195" y="1387472"/>
              <a:ext cx="2335200" cy="3693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r>
                <a:rPr lang="zh-CN" sz="1600" b="1">
                  <a:solidFill>
                    <a:srgbClr val="F8F8F8"/>
                  </a:solidFill>
                </a:rPr>
                <a:t>Demand Momentum</a:t>
              </a:r>
              <a:endParaRPr/>
            </a:p>
          </p:txBody>
        </p:sp>
        <p:sp>
          <p:nvSpPr>
            <p:cNvPr id="423" name="Google Shape;423;g3af21e9e4f2_0_111"/>
            <p:cNvSpPr/>
            <p:nvPr/>
          </p:nvSpPr>
          <p:spPr>
            <a:xfrm>
              <a:off x="3659195" y="2260772"/>
              <a:ext cx="2335200" cy="560100"/>
            </a:xfrm>
            <a:prstGeom prst="rect">
              <a:avLst/>
            </a:prstGeom>
            <a:noFill/>
            <a:ln>
              <a:noFill/>
            </a:ln>
          </p:spPr>
          <p:txBody>
            <a:bodyPr spcFirstLastPara="1" wrap="square" lIns="91425" tIns="45700" rIns="91425" bIns="45700" anchor="ctr" anchorCtr="0">
              <a:noAutofit/>
            </a:bodyPr>
            <a:lstStyle/>
            <a:p>
              <a:pPr marL="0" marR="0" lvl="0" indent="0" algn="l" rtl="0">
                <a:lnSpc>
                  <a:spcPct val="120000"/>
                </a:lnSpc>
                <a:spcBef>
                  <a:spcPts val="0"/>
                </a:spcBef>
                <a:spcAft>
                  <a:spcPts val="0"/>
                </a:spcAft>
                <a:buNone/>
              </a:pPr>
              <a:endParaRPr sz="1200"/>
            </a:p>
          </p:txBody>
        </p:sp>
      </p:grpSp>
      <p:sp>
        <p:nvSpPr>
          <p:cNvPr id="424" name="Google Shape;424;g3af21e9e4f2_0_111"/>
          <p:cNvSpPr/>
          <p:nvPr/>
        </p:nvSpPr>
        <p:spPr>
          <a:xfrm>
            <a:off x="4401000" y="3287723"/>
            <a:ext cx="3377400" cy="2605800"/>
          </a:xfrm>
          <a:prstGeom prst="roundRect">
            <a:avLst>
              <a:gd name="adj" fmla="val 10657"/>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25" name="Google Shape;425;g3af21e9e4f2_0_111"/>
          <p:cNvSpPr/>
          <p:nvPr/>
        </p:nvSpPr>
        <p:spPr>
          <a:xfrm>
            <a:off x="953625" y="4028616"/>
            <a:ext cx="2845800" cy="1666500"/>
          </a:xfrm>
          <a:prstGeom prst="roundRect">
            <a:avLst>
              <a:gd name="adj" fmla="val 11693"/>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26" name="Google Shape;426;g3af21e9e4f2_0_111"/>
          <p:cNvSpPr/>
          <p:nvPr/>
        </p:nvSpPr>
        <p:spPr>
          <a:xfrm>
            <a:off x="4702666" y="3451725"/>
            <a:ext cx="2845800" cy="4986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r>
              <a:rPr lang="zh-CN" sz="1600" b="1">
                <a:solidFill>
                  <a:srgbClr val="F8F8F8"/>
                </a:solidFill>
              </a:rPr>
              <a:t>Model Improvement</a:t>
            </a:r>
            <a:endParaRPr sz="1800" b="1">
              <a:solidFill>
                <a:srgbClr val="F8F8F8"/>
              </a:solidFill>
              <a:latin typeface="Arial"/>
              <a:ea typeface="Arial"/>
              <a:cs typeface="Arial"/>
              <a:sym typeface="Arial"/>
            </a:endParaRPr>
          </a:p>
        </p:txBody>
      </p:sp>
      <p:sp>
        <p:nvSpPr>
          <p:cNvPr id="427" name="Google Shape;427;g3af21e9e4f2_0_111"/>
          <p:cNvSpPr/>
          <p:nvPr/>
        </p:nvSpPr>
        <p:spPr>
          <a:xfrm>
            <a:off x="990225" y="3950325"/>
            <a:ext cx="2772600" cy="18231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0"/>
              </a:spcBef>
              <a:spcAft>
                <a:spcPts val="0"/>
              </a:spcAft>
              <a:buNone/>
            </a:pPr>
            <a:r>
              <a:rPr lang="zh-CN">
                <a:solidFill>
                  <a:schemeClr val="dk1"/>
                </a:solidFill>
              </a:rPr>
              <a:t>Past sales consistently emerged as the strongest predictor of future revenue, showing that store-level demand patterns remain relatively stable over time.</a:t>
            </a:r>
            <a:endParaRPr>
              <a:solidFill>
                <a:schemeClr val="dk1"/>
              </a:solidFill>
            </a:endParaRPr>
          </a:p>
        </p:txBody>
      </p:sp>
      <p:grpSp>
        <p:nvGrpSpPr>
          <p:cNvPr id="428" name="Google Shape;428;g3af21e9e4f2_0_111"/>
          <p:cNvGrpSpPr/>
          <p:nvPr/>
        </p:nvGrpSpPr>
        <p:grpSpPr>
          <a:xfrm>
            <a:off x="8141599" y="3287722"/>
            <a:ext cx="3377450" cy="2605774"/>
            <a:chOff x="9027295" y="1387475"/>
            <a:chExt cx="2502000" cy="1600500"/>
          </a:xfrm>
        </p:grpSpPr>
        <p:sp>
          <p:nvSpPr>
            <p:cNvPr id="429" name="Google Shape;429;g3af21e9e4f2_0_111"/>
            <p:cNvSpPr/>
            <p:nvPr/>
          </p:nvSpPr>
          <p:spPr>
            <a:xfrm>
              <a:off x="9027295" y="1387475"/>
              <a:ext cx="2502000" cy="1600500"/>
            </a:xfrm>
            <a:prstGeom prst="roundRect">
              <a:avLst>
                <a:gd name="adj" fmla="val 10657"/>
              </a:avLst>
            </a:prstGeom>
            <a:solidFill>
              <a:schemeClr val="dk2">
                <a:alpha val="698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30" name="Google Shape;430;g3af21e9e4f2_0_111"/>
            <p:cNvSpPr/>
            <p:nvPr/>
          </p:nvSpPr>
          <p:spPr>
            <a:xfrm>
              <a:off x="9230996" y="1564654"/>
              <a:ext cx="1521300" cy="2298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r>
                <a:rPr lang="zh-CN" sz="1600" b="1">
                  <a:solidFill>
                    <a:srgbClr val="F8F8F8"/>
                  </a:solidFill>
                </a:rPr>
                <a:t>Forecast Reliability</a:t>
              </a:r>
              <a:endParaRPr/>
            </a:p>
          </p:txBody>
        </p:sp>
      </p:grpSp>
      <p:sp>
        <p:nvSpPr>
          <p:cNvPr id="431" name="Google Shape;431;g3af21e9e4f2_0_111"/>
          <p:cNvSpPr/>
          <p:nvPr/>
        </p:nvSpPr>
        <p:spPr>
          <a:xfrm>
            <a:off x="666750" y="1297119"/>
            <a:ext cx="10858500" cy="4617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None/>
            </a:pPr>
            <a:r>
              <a:rPr lang="zh-CN" sz="2500" b="1">
                <a:solidFill>
                  <a:schemeClr val="dk1"/>
                </a:solidFill>
              </a:rPr>
              <a:t>What the Results Demonstrate?</a:t>
            </a:r>
            <a:endParaRPr sz="1500"/>
          </a:p>
        </p:txBody>
      </p:sp>
      <p:sp>
        <p:nvSpPr>
          <p:cNvPr id="432" name="Google Shape;432;g3af21e9e4f2_0_111"/>
          <p:cNvSpPr/>
          <p:nvPr/>
        </p:nvSpPr>
        <p:spPr>
          <a:xfrm>
            <a:off x="666749" y="1780110"/>
            <a:ext cx="10858500" cy="294900"/>
          </a:xfrm>
          <a:prstGeom prst="rect">
            <a:avLst/>
          </a:prstGeom>
          <a:noFill/>
          <a:ln>
            <a:noFill/>
          </a:ln>
        </p:spPr>
        <p:txBody>
          <a:bodyPr spcFirstLastPara="1" wrap="square" lIns="91425" tIns="45700" rIns="91425" bIns="45700" anchor="t" anchorCtr="0">
            <a:noAutofit/>
          </a:bodyPr>
          <a:lstStyle/>
          <a:p>
            <a:pPr marL="0" marR="0" lvl="0" indent="0" algn="ctr" rtl="0">
              <a:lnSpc>
                <a:spcPct val="120000"/>
              </a:lnSpc>
              <a:spcBef>
                <a:spcPts val="0"/>
              </a:spcBef>
              <a:spcAft>
                <a:spcPts val="0"/>
              </a:spcAft>
              <a:buNone/>
            </a:pPr>
            <a:r>
              <a:rPr lang="zh-CN" sz="1600">
                <a:solidFill>
                  <a:schemeClr val="dk1"/>
                </a:solidFill>
              </a:rPr>
              <a:t>The modeling process confirmed that momentum, seasonality, and geographic patterns are key predictors of store-level revenue, and that advanced models deliver meaningful gains over linear baselines.</a:t>
            </a:r>
            <a:endParaRPr sz="1800"/>
          </a:p>
        </p:txBody>
      </p:sp>
      <p:sp>
        <p:nvSpPr>
          <p:cNvPr id="433" name="Google Shape;433;g3af21e9e4f2_0_111"/>
          <p:cNvSpPr txBox="1">
            <a:spLocks noGrp="1"/>
          </p:cNvSpPr>
          <p:nvPr>
            <p:ph type="title"/>
          </p:nvPr>
        </p:nvSpPr>
        <p:spPr>
          <a:xfrm>
            <a:off x="660399" y="0"/>
            <a:ext cx="10858500" cy="1028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dk1"/>
              </a:buClr>
              <a:buSzPts val="2800"/>
              <a:buFont typeface="Arial"/>
              <a:buNone/>
            </a:pPr>
            <a:r>
              <a:rPr lang="zh-CN"/>
              <a:t>Key Insights</a:t>
            </a:r>
            <a:endParaRPr/>
          </a:p>
        </p:txBody>
      </p:sp>
      <p:sp>
        <p:nvSpPr>
          <p:cNvPr id="434" name="Google Shape;434;g3af21e9e4f2_0_111"/>
          <p:cNvSpPr/>
          <p:nvPr/>
        </p:nvSpPr>
        <p:spPr>
          <a:xfrm>
            <a:off x="4666750" y="4023594"/>
            <a:ext cx="2845800" cy="1666500"/>
          </a:xfrm>
          <a:prstGeom prst="roundRect">
            <a:avLst>
              <a:gd name="adj" fmla="val 11693"/>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35" name="Google Shape;435;g3af21e9e4f2_0_111"/>
          <p:cNvSpPr/>
          <p:nvPr/>
        </p:nvSpPr>
        <p:spPr>
          <a:xfrm>
            <a:off x="4702675" y="3950325"/>
            <a:ext cx="2845800" cy="18231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0"/>
              </a:spcBef>
              <a:spcAft>
                <a:spcPts val="0"/>
              </a:spcAft>
              <a:buNone/>
            </a:pPr>
            <a:r>
              <a:rPr lang="zh-CN">
                <a:solidFill>
                  <a:schemeClr val="dk1"/>
                </a:solidFill>
              </a:rPr>
              <a:t>Advanced tree-based models demonstrated clear improvements over linear baseline models, particularly when accounting for nonlinear interactions and seasonal effects.</a:t>
            </a:r>
            <a:endParaRPr>
              <a:solidFill>
                <a:schemeClr val="dk1"/>
              </a:solidFill>
            </a:endParaRPr>
          </a:p>
        </p:txBody>
      </p:sp>
      <p:sp>
        <p:nvSpPr>
          <p:cNvPr id="436" name="Google Shape;436;g3af21e9e4f2_0_111"/>
          <p:cNvSpPr/>
          <p:nvPr/>
        </p:nvSpPr>
        <p:spPr>
          <a:xfrm>
            <a:off x="8302925" y="4101894"/>
            <a:ext cx="2845800" cy="1666500"/>
          </a:xfrm>
          <a:prstGeom prst="roundRect">
            <a:avLst>
              <a:gd name="adj" fmla="val 11693"/>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37" name="Google Shape;437;g3af21e9e4f2_0_111"/>
          <p:cNvSpPr/>
          <p:nvPr/>
        </p:nvSpPr>
        <p:spPr>
          <a:xfrm>
            <a:off x="8338850" y="4028625"/>
            <a:ext cx="2845800" cy="18231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0"/>
              </a:spcBef>
              <a:spcAft>
                <a:spcPts val="0"/>
              </a:spcAft>
              <a:buNone/>
            </a:pPr>
            <a:r>
              <a:rPr lang="zh-CN">
                <a:solidFill>
                  <a:schemeClr val="dk1"/>
                </a:solidFill>
              </a:rPr>
              <a:t>The final XGBoost model provided consistently accurate predictions across future periods, making it suitable for forward-looking planning at the store level.</a:t>
            </a:r>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g3af21e9e4f2_0_147"/>
          <p:cNvSpPr txBox="1">
            <a:spLocks noGrp="1"/>
          </p:cNvSpPr>
          <p:nvPr>
            <p:ph type="title"/>
          </p:nvPr>
        </p:nvSpPr>
        <p:spPr>
          <a:xfrm>
            <a:off x="660399" y="0"/>
            <a:ext cx="10858500" cy="10287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zh-CN"/>
              <a:t>Recommendations and Limitations</a:t>
            </a:r>
            <a:endParaRPr/>
          </a:p>
        </p:txBody>
      </p:sp>
      <p:graphicFrame>
        <p:nvGraphicFramePr>
          <p:cNvPr id="444" name="Google Shape;444;g3af21e9e4f2_0_147"/>
          <p:cNvGraphicFramePr/>
          <p:nvPr/>
        </p:nvGraphicFramePr>
        <p:xfrm>
          <a:off x="660400" y="1981325"/>
          <a:ext cx="5143500" cy="2895450"/>
        </p:xfrm>
        <a:graphic>
          <a:graphicData uri="http://schemas.openxmlformats.org/drawingml/2006/table">
            <a:tbl>
              <a:tblPr>
                <a:noFill/>
                <a:tableStyleId>{82ED1757-F736-43CD-8C94-48DACBC9478F}</a:tableStyleId>
              </a:tblPr>
              <a:tblGrid>
                <a:gridCol w="5143500">
                  <a:extLst>
                    <a:ext uri="{9D8B030D-6E8A-4147-A177-3AD203B41FA5}">
                      <a16:colId xmlns:a16="http://schemas.microsoft.com/office/drawing/2014/main" val="20000"/>
                    </a:ext>
                  </a:extLst>
                </a:gridCol>
              </a:tblGrid>
              <a:tr h="381000">
                <a:tc>
                  <a:txBody>
                    <a:bodyPr/>
                    <a:lstStyle/>
                    <a:p>
                      <a:pPr marL="0" lvl="0" indent="0" algn="ctr" rtl="0">
                        <a:spcBef>
                          <a:spcPts val="0"/>
                        </a:spcBef>
                        <a:spcAft>
                          <a:spcPts val="0"/>
                        </a:spcAft>
                        <a:buNone/>
                      </a:pPr>
                      <a:r>
                        <a:rPr lang="zh-CN" sz="1800" b="1">
                          <a:solidFill>
                            <a:srgbClr val="274E13"/>
                          </a:solidFill>
                        </a:rPr>
                        <a:t>Reccomendations</a:t>
                      </a:r>
                      <a:endParaRPr sz="1800" b="1">
                        <a:solidFill>
                          <a:srgbClr val="274E13"/>
                        </a:solidFill>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zh-CN"/>
                        <a:t>Extend the model to forecast demand at the SKU level to support more precise inventory decisions</a:t>
                      </a:r>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zh-CN"/>
                        <a:t>Integrate external event and weather data to better capture seasonal demand variation.</a:t>
                      </a:r>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zh-CN"/>
                        <a:t>Continuously retrain the model as new monthly data is collected to maintain prediction stability and relevance.</a:t>
                      </a:r>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Clr>
                          <a:schemeClr val="dk1"/>
                        </a:buClr>
                        <a:buSzPts val="1100"/>
                        <a:buFont typeface="Arial"/>
                        <a:buNone/>
                      </a:pPr>
                      <a:r>
                        <a:rPr lang="zh-CN">
                          <a:solidFill>
                            <a:schemeClr val="dk1"/>
                          </a:solidFill>
                        </a:rPr>
                        <a:t>Deploy the model through a dashboard for direct monthly forecasting use.</a:t>
                      </a:r>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aphicFrame>
        <p:nvGraphicFramePr>
          <p:cNvPr id="445" name="Google Shape;445;g3af21e9e4f2_0_147"/>
          <p:cNvGraphicFramePr/>
          <p:nvPr/>
        </p:nvGraphicFramePr>
        <p:xfrm>
          <a:off x="6375403" y="1954903"/>
          <a:ext cx="5143500" cy="2895450"/>
        </p:xfrm>
        <a:graphic>
          <a:graphicData uri="http://schemas.openxmlformats.org/drawingml/2006/table">
            <a:tbl>
              <a:tblPr>
                <a:noFill/>
                <a:tableStyleId>{82ED1757-F736-43CD-8C94-48DACBC9478F}</a:tableStyleId>
              </a:tblPr>
              <a:tblGrid>
                <a:gridCol w="5143500">
                  <a:extLst>
                    <a:ext uri="{9D8B030D-6E8A-4147-A177-3AD203B41FA5}">
                      <a16:colId xmlns:a16="http://schemas.microsoft.com/office/drawing/2014/main" val="20000"/>
                    </a:ext>
                  </a:extLst>
                </a:gridCol>
              </a:tblGrid>
              <a:tr h="381000">
                <a:tc>
                  <a:txBody>
                    <a:bodyPr/>
                    <a:lstStyle/>
                    <a:p>
                      <a:pPr marL="0" lvl="0" indent="0" algn="ctr" rtl="0">
                        <a:spcBef>
                          <a:spcPts val="0"/>
                        </a:spcBef>
                        <a:spcAft>
                          <a:spcPts val="0"/>
                        </a:spcAft>
                        <a:buNone/>
                      </a:pPr>
                      <a:r>
                        <a:rPr lang="zh-CN" sz="1800" b="1">
                          <a:solidFill>
                            <a:srgbClr val="CC0000"/>
                          </a:solidFill>
                        </a:rPr>
                        <a:t>Limitations</a:t>
                      </a:r>
                      <a:endParaRPr sz="1800" b="1">
                        <a:solidFill>
                          <a:srgbClr val="CC0000"/>
                        </a:solidFill>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zh-CN"/>
                        <a:t>The model only predicts total sales per store, so it cannot guide ordering decisions for specific product types.</a:t>
                      </a:r>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zh-CN"/>
                        <a:t>Some models were trained on reduced samples due to computing limits, restricting full evaluation.</a:t>
                      </a:r>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zh-CN"/>
                        <a:t>The model only predicts in the short term, making it difficult to plan several months ahead.</a:t>
                      </a:r>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zh-CN"/>
                        <a:t>The model does not include external factors like holidays, competition, or weather, which can influence sales changes.</a:t>
                      </a:r>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pic>
        <p:nvPicPr>
          <p:cNvPr id="446" name="Google Shape;446;g3af21e9e4f2_0_147"/>
          <p:cNvPicPr preferRelativeResize="0"/>
          <p:nvPr/>
        </p:nvPicPr>
        <p:blipFill>
          <a:blip r:embed="rId3">
            <a:alphaModFix/>
          </a:blip>
          <a:stretch>
            <a:fillRect/>
          </a:stretch>
        </p:blipFill>
        <p:spPr>
          <a:xfrm>
            <a:off x="5246050" y="3048027"/>
            <a:ext cx="1028700" cy="1028700"/>
          </a:xfrm>
          <a:prstGeom prst="rect">
            <a:avLst/>
          </a:prstGeom>
          <a:noFill/>
          <a:ln>
            <a:noFill/>
          </a:ln>
        </p:spPr>
      </p:pic>
      <p:sp>
        <p:nvSpPr>
          <p:cNvPr id="447" name="Google Shape;447;g3af21e9e4f2_0_147"/>
          <p:cNvSpPr txBox="1"/>
          <p:nvPr/>
        </p:nvSpPr>
        <p:spPr>
          <a:xfrm>
            <a:off x="660400" y="5513750"/>
            <a:ext cx="110997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zh-CN" b="1"/>
              <a:t>Expand forecasting depth by incorporating SKU-level data, external demand drivers, larger training samples, and longer time horizons to improve performance and planning usefulness.</a:t>
            </a:r>
            <a:endParaRPr b="1"/>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52"/>
        <p:cNvGrpSpPr/>
        <p:nvPr/>
      </p:nvGrpSpPr>
      <p:grpSpPr>
        <a:xfrm>
          <a:off x="0" y="0"/>
          <a:ext cx="0" cy="0"/>
          <a:chOff x="0" y="0"/>
          <a:chExt cx="0" cy="0"/>
        </a:xfrm>
      </p:grpSpPr>
      <p:sp>
        <p:nvSpPr>
          <p:cNvPr id="453" name="Google Shape;453;g3af21e9e4f2_0_57"/>
          <p:cNvSpPr txBox="1">
            <a:spLocks noGrp="1"/>
          </p:cNvSpPr>
          <p:nvPr>
            <p:ph type="title"/>
          </p:nvPr>
        </p:nvSpPr>
        <p:spPr>
          <a:xfrm>
            <a:off x="3019025" y="1762975"/>
            <a:ext cx="5810400" cy="1905000"/>
          </a:xfrm>
          <a:prstGeom prst="rect">
            <a:avLst/>
          </a:prstGeom>
          <a:no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lt2"/>
              </a:buClr>
              <a:buSzPts val="6000"/>
              <a:buFont typeface="Arial"/>
              <a:buNone/>
            </a:pPr>
            <a:r>
              <a:rPr lang="zh-CN" sz="4800">
                <a:solidFill>
                  <a:schemeClr val="lt1"/>
                </a:solidFill>
              </a:rPr>
              <a:t>Thank You</a:t>
            </a:r>
            <a:endParaRPr sz="4800">
              <a:solidFill>
                <a:schemeClr val="lt1"/>
              </a:solidFill>
            </a:endParaRPr>
          </a:p>
        </p:txBody>
      </p:sp>
      <p:sp>
        <p:nvSpPr>
          <p:cNvPr id="454" name="Google Shape;454;g3af21e9e4f2_0_57"/>
          <p:cNvSpPr txBox="1"/>
          <p:nvPr/>
        </p:nvSpPr>
        <p:spPr>
          <a:xfrm>
            <a:off x="4202150" y="4077350"/>
            <a:ext cx="3535200" cy="97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b="1" u="sng">
                <a:solidFill>
                  <a:schemeClr val="hlink"/>
                </a:solidFill>
                <a:hlinkClick r:id="rId4"/>
              </a:rPr>
              <a:t>Notebook link</a:t>
            </a:r>
            <a:endParaRPr sz="1800" b="1">
              <a:solidFill>
                <a:schemeClr val="dk1"/>
              </a:solidFill>
            </a:endParaRPr>
          </a:p>
        </p:txBody>
      </p:sp>
    </p:spTree>
  </p:cSld>
  <p:clrMapOvr>
    <a:masterClrMapping/>
  </p:clrMapOvr>
</p:sld>
</file>

<file path=ppt/theme/theme1.xml><?xml version="1.0" encoding="utf-8"?>
<a:theme xmlns:a="http://schemas.openxmlformats.org/drawingml/2006/main" name="Designed by OfficePLUS">
  <a:themeElements>
    <a:clrScheme name="OfficePLUS">
      <a:dk1>
        <a:srgbClr val="000000"/>
      </a:dk1>
      <a:lt1>
        <a:srgbClr val="FFFFFF"/>
      </a:lt1>
      <a:dk2>
        <a:srgbClr val="778495"/>
      </a:dk2>
      <a:lt2>
        <a:srgbClr val="F0F0F0"/>
      </a:lt2>
      <a:accent1>
        <a:srgbClr val="874D1C"/>
      </a:accent1>
      <a:accent2>
        <a:srgbClr val="FFD530"/>
      </a:accent2>
      <a:accent3>
        <a:srgbClr val="C27F44"/>
      </a:accent3>
      <a:accent4>
        <a:srgbClr val="E8A56F"/>
      </a:accent4>
      <a:accent5>
        <a:srgbClr val="5E4508"/>
      </a:accent5>
      <a:accent6>
        <a:srgbClr val="C28F08"/>
      </a:accent6>
      <a:hlink>
        <a:srgbClr val="4472C4"/>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signed by OfficePLUS">
  <a:themeElements>
    <a:clrScheme name="OfficePLUS">
      <a:dk1>
        <a:srgbClr val="000000"/>
      </a:dk1>
      <a:lt1>
        <a:srgbClr val="FFFFFF"/>
      </a:lt1>
      <a:dk2>
        <a:srgbClr val="778495"/>
      </a:dk2>
      <a:lt2>
        <a:srgbClr val="F0F0F0"/>
      </a:lt2>
      <a:accent1>
        <a:srgbClr val="874D1C"/>
      </a:accent1>
      <a:accent2>
        <a:srgbClr val="FFD530"/>
      </a:accent2>
      <a:accent3>
        <a:srgbClr val="C27F44"/>
      </a:accent3>
      <a:accent4>
        <a:srgbClr val="E8A56F"/>
      </a:accent4>
      <a:accent5>
        <a:srgbClr val="5E4508"/>
      </a:accent5>
      <a:accent6>
        <a:srgbClr val="C28F08"/>
      </a:accent6>
      <a:hlink>
        <a:srgbClr val="4472C4"/>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7906</Words>
  <Application>Microsoft Office PowerPoint</Application>
  <PresentationFormat>Widescreen</PresentationFormat>
  <Paragraphs>200</Paragraphs>
  <Slides>18</Slides>
  <Notes>18</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18</vt:i4>
      </vt:variant>
    </vt:vector>
  </HeadingPairs>
  <TitlesOfParts>
    <vt:vector size="21" baseType="lpstr">
      <vt:lpstr>Arial</vt:lpstr>
      <vt:lpstr>Designed by OfficePLUS</vt:lpstr>
      <vt:lpstr>Designed by OfficePLUS</vt:lpstr>
      <vt:lpstr>Predicting Monthly Liquor Sales in Iowa</vt:lpstr>
      <vt:lpstr>PowerPoint Presentation</vt:lpstr>
      <vt:lpstr>What Problem Are We Solving?</vt:lpstr>
      <vt:lpstr>Who Cares &amp; Why</vt:lpstr>
      <vt:lpstr>Dataset Description</vt:lpstr>
      <vt:lpstr>PowerPoint Presentation</vt:lpstr>
      <vt:lpstr>How Have Liquor Sales in Iowa Evolved Over Time?</vt:lpstr>
      <vt:lpstr>Which Stores and Liquor Categories Lead in Sales?</vt:lpstr>
      <vt:lpstr>What Relationships Exist Among Key numeric features?</vt:lpstr>
      <vt:lpstr>PowerPoint Presentation</vt:lpstr>
      <vt:lpstr>Modeling Workflow and Setup</vt:lpstr>
      <vt:lpstr>Which Model Produces the Most Accurate Forecasts?</vt:lpstr>
      <vt:lpstr>Model Performance Comparison: XGBoost is the Optimal Predictor</vt:lpstr>
      <vt:lpstr>What the Decision Tree Reveals?</vt:lpstr>
      <vt:lpstr>PowerPoint Presentation</vt:lpstr>
      <vt:lpstr>Key Insights</vt:lpstr>
      <vt:lpstr>Recommendations and Limitations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OfficePLUS</dc:creator>
  <cp:lastModifiedBy>Abhi Jindal</cp:lastModifiedBy>
  <cp:revision>2</cp:revision>
  <dcterms:created xsi:type="dcterms:W3CDTF">2023-07-20T03:04:31Z</dcterms:created>
  <dcterms:modified xsi:type="dcterms:W3CDTF">2025-12-29T18:48:35Z</dcterms:modified>
</cp:coreProperties>
</file>